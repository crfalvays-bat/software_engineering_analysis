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 id="2147483660" r:id="rId5"/>
  </p:sldMasterIdLst>
  <p:notesMasterIdLst>
    <p:notesMasterId r:id="rId7"/>
  </p:notesMasterIdLst>
  <p:sldIdLst>
    <p:sldId id="256" r:id="rId6"/>
  </p:sldIdLst>
  <p:sldSz cx="43891200" cy="32918400"/>
  <p:notesSz cx="6858000" cy="9144000"/>
  <p:embeddedFontLst>
    <p:embeddedFont>
      <p:font typeface="Arial Black" panose="020B0A04020102020204" pitchFamily="34" charset="0"/>
      <p:bold r:id="rId8"/>
    </p:embeddedFont>
    <p:embeddedFont>
      <p:font typeface="Garamond" panose="02020404030301010803" pitchFamily="18" charset="0"/>
      <p:regular r:id="rId9"/>
      <p:bold r:id="rId10"/>
      <p:italic r:id="rId11"/>
    </p:embeddedFont>
    <p:embeddedFont>
      <p:font typeface="Helvetica Neue"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h6s/6j4kNOWpoJDMPdlVG1TC5kf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0066"/>
    <a:srgbClr val="3E003E"/>
    <a:srgbClr val="800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9E8004-5875-431E-93C8-5A6657E4EAED}" v="26" dt="2026-10-27T02:58:04.9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26" d="100"/>
          <a:sy n="26" d="100"/>
        </p:scale>
        <p:origin x="12" y="-1900"/>
      </p:cViewPr>
      <p:guideLst>
        <p:guide orient="horz" pos="10368"/>
        <p:guide pos="1382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customschemas.google.com/relationships/presentationmetadata" Target="meta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notesMaster" Target="notesMasters/notesMaster1.xml"/><Relationship Id="rId12" Type="http://schemas.openxmlformats.org/officeDocument/2006/relationships/font" Target="fonts/font5.fntdata"/><Relationship Id="rId2" Type="http://schemas.openxmlformats.org/officeDocument/2006/relationships/customXml" Target="../customXml/item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font" Target="fonts/font4.fntdata"/><Relationship Id="rId24"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font" Target="fonts/font8.fntdata"/><Relationship Id="rId23" Type="http://schemas.microsoft.com/office/2016/11/relationships/changesInfo" Target="changesInfos/changesInfo1.xml"/><Relationship Id="rId10" Type="http://schemas.openxmlformats.org/officeDocument/2006/relationships/font" Target="fonts/font3.fntdata"/><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va, Yino" userId="38f0b612-f79a-4792-8216-9b24e8e28507" providerId="ADAL" clId="{38B63EF4-3A5B-440F-A221-BB65635FC649}"/>
    <pc:docChg chg="undo custSel modSld">
      <pc:chgData name="Alva, Yino" userId="38f0b612-f79a-4792-8216-9b24e8e28507" providerId="ADAL" clId="{38B63EF4-3A5B-440F-A221-BB65635FC649}" dt="2026-10-27T03:03:13.608" v="1114" actId="403"/>
      <pc:docMkLst>
        <pc:docMk/>
      </pc:docMkLst>
      <pc:sldChg chg="addSp delSp modSp mod">
        <pc:chgData name="Alva, Yino" userId="38f0b612-f79a-4792-8216-9b24e8e28507" providerId="ADAL" clId="{38B63EF4-3A5B-440F-A221-BB65635FC649}" dt="2026-10-27T03:03:13.608" v="1114" actId="403"/>
        <pc:sldMkLst>
          <pc:docMk/>
          <pc:sldMk cId="0" sldId="256"/>
        </pc:sldMkLst>
        <pc:spChg chg="mod">
          <ac:chgData name="Alva, Yino" userId="38f0b612-f79a-4792-8216-9b24e8e28507" providerId="ADAL" clId="{38B63EF4-3A5B-440F-A221-BB65635FC649}" dt="2026-10-27T01:26:55.651" v="862" actId="20577"/>
          <ac:spMkLst>
            <pc:docMk/>
            <pc:sldMk cId="0" sldId="256"/>
            <ac:spMk id="4" creationId="{A7067EA1-8ACC-9755-78B2-6033F072FAEC}"/>
          </ac:spMkLst>
        </pc:spChg>
        <pc:spChg chg="add mod">
          <ac:chgData name="Alva, Yino" userId="38f0b612-f79a-4792-8216-9b24e8e28507" providerId="ADAL" clId="{38B63EF4-3A5B-440F-A221-BB65635FC649}" dt="2026-10-26T04:16:18.629" v="6"/>
          <ac:spMkLst>
            <pc:docMk/>
            <pc:sldMk cId="0" sldId="256"/>
            <ac:spMk id="5" creationId="{FB6DC71F-00BB-8E56-6D38-DBE66F8E8E12}"/>
          </ac:spMkLst>
        </pc:spChg>
        <pc:spChg chg="mod">
          <ac:chgData name="Alva, Yino" userId="38f0b612-f79a-4792-8216-9b24e8e28507" providerId="ADAL" clId="{38B63EF4-3A5B-440F-A221-BB65635FC649}" dt="2026-10-27T03:02:09.567" v="1071" actId="1036"/>
          <ac:spMkLst>
            <pc:docMk/>
            <pc:sldMk cId="0" sldId="256"/>
            <ac:spMk id="7" creationId="{CF902758-C0F6-DC71-8FC4-DD4B62C77BBA}"/>
          </ac:spMkLst>
        </pc:spChg>
        <pc:spChg chg="mod">
          <ac:chgData name="Alva, Yino" userId="38f0b612-f79a-4792-8216-9b24e8e28507" providerId="ADAL" clId="{38B63EF4-3A5B-440F-A221-BB65635FC649}" dt="2026-10-27T03:02:09.567" v="1071" actId="1036"/>
          <ac:spMkLst>
            <pc:docMk/>
            <pc:sldMk cId="0" sldId="256"/>
            <ac:spMk id="10" creationId="{7264D5B6-D3C7-7FBC-5C8A-BC7047A4B40E}"/>
          </ac:spMkLst>
        </pc:spChg>
        <pc:spChg chg="add mod">
          <ac:chgData name="Alva, Yino" userId="38f0b612-f79a-4792-8216-9b24e8e28507" providerId="ADAL" clId="{38B63EF4-3A5B-440F-A221-BB65635FC649}" dt="2026-10-27T01:23:58.291" v="748" actId="1037"/>
          <ac:spMkLst>
            <pc:docMk/>
            <pc:sldMk cId="0" sldId="256"/>
            <ac:spMk id="11" creationId="{7B7877F4-4A4A-9DB6-A7BE-FC15C2C8B14B}"/>
          </ac:spMkLst>
        </pc:spChg>
        <pc:spChg chg="add mod">
          <ac:chgData name="Alva, Yino" userId="38f0b612-f79a-4792-8216-9b24e8e28507" providerId="ADAL" clId="{38B63EF4-3A5B-440F-A221-BB65635FC649}" dt="2026-10-27T03:03:13.608" v="1114" actId="403"/>
          <ac:spMkLst>
            <pc:docMk/>
            <pc:sldMk cId="0" sldId="256"/>
            <ac:spMk id="13" creationId="{2E3BC125-12E4-6C02-9AF4-1880C23FC3A2}"/>
          </ac:spMkLst>
        </pc:spChg>
        <pc:spChg chg="mod">
          <ac:chgData name="Alva, Yino" userId="38f0b612-f79a-4792-8216-9b24e8e28507" providerId="ADAL" clId="{38B63EF4-3A5B-440F-A221-BB65635FC649}" dt="2026-10-27T01:27:02.656" v="868" actId="20577"/>
          <ac:spMkLst>
            <pc:docMk/>
            <pc:sldMk cId="0" sldId="256"/>
            <ac:spMk id="14" creationId="{270077C6-1525-F1B8-57BC-439B779CC43A}"/>
          </ac:spMkLst>
        </pc:spChg>
        <pc:spChg chg="add mod">
          <ac:chgData name="Alva, Yino" userId="38f0b612-f79a-4792-8216-9b24e8e28507" providerId="ADAL" clId="{38B63EF4-3A5B-440F-A221-BB65635FC649}" dt="2026-10-27T03:02:42.908" v="1108" actId="1035"/>
          <ac:spMkLst>
            <pc:docMk/>
            <pc:sldMk cId="0" sldId="256"/>
            <ac:spMk id="16" creationId="{5D083A3B-500C-8AD4-0BE3-226C98ACA671}"/>
          </ac:spMkLst>
        </pc:spChg>
        <pc:spChg chg="add del">
          <ac:chgData name="Alva, Yino" userId="38f0b612-f79a-4792-8216-9b24e8e28507" providerId="ADAL" clId="{38B63EF4-3A5B-440F-A221-BB65635FC649}" dt="2026-10-27T01:24:23.115" v="806" actId="478"/>
          <ac:spMkLst>
            <pc:docMk/>
            <pc:sldMk cId="0" sldId="256"/>
            <ac:spMk id="18" creationId="{A00FFDE7-5364-6476-BC75-0DA5E121F349}"/>
          </ac:spMkLst>
        </pc:spChg>
        <pc:spChg chg="mod">
          <ac:chgData name="Alva, Yino" userId="38f0b612-f79a-4792-8216-9b24e8e28507" providerId="ADAL" clId="{38B63EF4-3A5B-440F-A221-BB65635FC649}" dt="2026-10-27T01:22:45.380" v="735" actId="20577"/>
          <ac:spMkLst>
            <pc:docMk/>
            <pc:sldMk cId="0" sldId="256"/>
            <ac:spMk id="19" creationId="{3C898029-9EF5-01D4-74DF-F8D8EB63B4B8}"/>
          </ac:spMkLst>
        </pc:spChg>
        <pc:spChg chg="add mod">
          <ac:chgData name="Alva, Yino" userId="38f0b612-f79a-4792-8216-9b24e8e28507" providerId="ADAL" clId="{38B63EF4-3A5B-440F-A221-BB65635FC649}" dt="2026-10-27T01:24:41.309" v="818" actId="1038"/>
          <ac:spMkLst>
            <pc:docMk/>
            <pc:sldMk cId="0" sldId="256"/>
            <ac:spMk id="21" creationId="{622FA1D7-6480-0D40-BF2E-98315D2CBBA1}"/>
          </ac:spMkLst>
        </pc:spChg>
        <pc:spChg chg="mod">
          <ac:chgData name="Alva, Yino" userId="38f0b612-f79a-4792-8216-9b24e8e28507" providerId="ADAL" clId="{38B63EF4-3A5B-440F-A221-BB65635FC649}" dt="2026-10-27T02:57:01.144" v="1007" actId="1035"/>
          <ac:spMkLst>
            <pc:docMk/>
            <pc:sldMk cId="0" sldId="256"/>
            <ac:spMk id="22" creationId="{CBE6A409-976B-39BD-6379-99FDC0118382}"/>
          </ac:spMkLst>
        </pc:spChg>
        <pc:spChg chg="add del mod">
          <ac:chgData name="Alva, Yino" userId="38f0b612-f79a-4792-8216-9b24e8e28507" providerId="ADAL" clId="{38B63EF4-3A5B-440F-A221-BB65635FC649}" dt="2026-10-27T02:58:11.234" v="1017" actId="478"/>
          <ac:spMkLst>
            <pc:docMk/>
            <pc:sldMk cId="0" sldId="256"/>
            <ac:spMk id="23" creationId="{B1CFAB33-3471-B18B-FA04-C6347B97B1D7}"/>
          </ac:spMkLst>
        </pc:spChg>
        <pc:spChg chg="del mod">
          <ac:chgData name="Alva, Yino" userId="38f0b612-f79a-4792-8216-9b24e8e28507" providerId="ADAL" clId="{38B63EF4-3A5B-440F-A221-BB65635FC649}" dt="2026-10-27T00:30:58.501" v="328" actId="478"/>
          <ac:spMkLst>
            <pc:docMk/>
            <pc:sldMk cId="0" sldId="256"/>
            <ac:spMk id="26" creationId="{7E2A78BD-9CE7-BF05-87E3-0BB5E9FA91DD}"/>
          </ac:spMkLst>
        </pc:spChg>
        <pc:spChg chg="mod">
          <ac:chgData name="Alva, Yino" userId="38f0b612-f79a-4792-8216-9b24e8e28507" providerId="ADAL" clId="{38B63EF4-3A5B-440F-A221-BB65635FC649}" dt="2026-10-27T00:34:02.085" v="403" actId="113"/>
          <ac:spMkLst>
            <pc:docMk/>
            <pc:sldMk cId="0" sldId="256"/>
            <ac:spMk id="28" creationId="{371D9CC8-779D-5CE2-4E41-E9380ACEA8A7}"/>
          </ac:spMkLst>
        </pc:spChg>
        <pc:spChg chg="mod">
          <ac:chgData name="Alva, Yino" userId="38f0b612-f79a-4792-8216-9b24e8e28507" providerId="ADAL" clId="{38B63EF4-3A5B-440F-A221-BB65635FC649}" dt="2026-10-27T01:27:06.309" v="871" actId="20577"/>
          <ac:spMkLst>
            <pc:docMk/>
            <pc:sldMk cId="0" sldId="256"/>
            <ac:spMk id="30" creationId="{57B0387F-F4EC-32DB-B84D-4C2CFA93D743}"/>
          </ac:spMkLst>
        </pc:spChg>
        <pc:spChg chg="mod">
          <ac:chgData name="Alva, Yino" userId="38f0b612-f79a-4792-8216-9b24e8e28507" providerId="ADAL" clId="{38B63EF4-3A5B-440F-A221-BB65635FC649}" dt="2026-10-27T00:21:56.764" v="78"/>
          <ac:spMkLst>
            <pc:docMk/>
            <pc:sldMk cId="0" sldId="256"/>
            <ac:spMk id="72" creationId="{00000000-0000-0000-0000-000000000000}"/>
          </ac:spMkLst>
        </pc:spChg>
        <pc:spChg chg="mod">
          <ac:chgData name="Alva, Yino" userId="38f0b612-f79a-4792-8216-9b24e8e28507" providerId="ADAL" clId="{38B63EF4-3A5B-440F-A221-BB65635FC649}" dt="2026-10-27T01:26:53.473" v="860" actId="20577"/>
          <ac:spMkLst>
            <pc:docMk/>
            <pc:sldMk cId="0" sldId="256"/>
            <ac:spMk id="73" creationId="{00000000-0000-0000-0000-000000000000}"/>
          </ac:spMkLst>
        </pc:spChg>
        <pc:spChg chg="mod">
          <ac:chgData name="Alva, Yino" userId="38f0b612-f79a-4792-8216-9b24e8e28507" providerId="ADAL" clId="{38B63EF4-3A5B-440F-A221-BB65635FC649}" dt="2026-10-27T01:27:11.624" v="874" actId="20577"/>
          <ac:spMkLst>
            <pc:docMk/>
            <pc:sldMk cId="0" sldId="256"/>
            <ac:spMk id="75" creationId="{00000000-0000-0000-0000-000000000000}"/>
          </ac:spMkLst>
        </pc:spChg>
        <pc:spChg chg="mod">
          <ac:chgData name="Alva, Yino" userId="38f0b612-f79a-4792-8216-9b24e8e28507" providerId="ADAL" clId="{38B63EF4-3A5B-440F-A221-BB65635FC649}" dt="2026-10-27T03:02:03.616" v="1053"/>
          <ac:spMkLst>
            <pc:docMk/>
            <pc:sldMk cId="0" sldId="256"/>
            <ac:spMk id="76" creationId="{00000000-0000-0000-0000-000000000000}"/>
          </ac:spMkLst>
        </pc:spChg>
        <pc:spChg chg="mod">
          <ac:chgData name="Alva, Yino" userId="38f0b612-f79a-4792-8216-9b24e8e28507" providerId="ADAL" clId="{38B63EF4-3A5B-440F-A221-BB65635FC649}" dt="2026-10-26T04:10:48.025" v="1"/>
          <ac:spMkLst>
            <pc:docMk/>
            <pc:sldMk cId="0" sldId="256"/>
            <ac:spMk id="78" creationId="{00000000-0000-0000-0000-000000000000}"/>
          </ac:spMkLst>
        </pc:spChg>
        <pc:spChg chg="del">
          <ac:chgData name="Alva, Yino" userId="38f0b612-f79a-4792-8216-9b24e8e28507" providerId="ADAL" clId="{38B63EF4-3A5B-440F-A221-BB65635FC649}" dt="2026-10-27T00:27:56.371" v="183" actId="478"/>
          <ac:spMkLst>
            <pc:docMk/>
            <pc:sldMk cId="0" sldId="256"/>
            <ac:spMk id="80" creationId="{00000000-0000-0000-0000-000000000000}"/>
          </ac:spMkLst>
        </pc:spChg>
        <pc:spChg chg="mod">
          <ac:chgData name="Alva, Yino" userId="38f0b612-f79a-4792-8216-9b24e8e28507" providerId="ADAL" clId="{38B63EF4-3A5B-440F-A221-BB65635FC649}" dt="2026-10-27T01:21:18.754" v="679" actId="1035"/>
          <ac:spMkLst>
            <pc:docMk/>
            <pc:sldMk cId="0" sldId="256"/>
            <ac:spMk id="87" creationId="{00000000-0000-0000-0000-000000000000}"/>
          </ac:spMkLst>
        </pc:spChg>
        <pc:spChg chg="del">
          <ac:chgData name="Alva, Yino" userId="38f0b612-f79a-4792-8216-9b24e8e28507" providerId="ADAL" clId="{38B63EF4-3A5B-440F-A221-BB65635FC649}" dt="2026-10-27T00:22:31.014" v="100" actId="478"/>
          <ac:spMkLst>
            <pc:docMk/>
            <pc:sldMk cId="0" sldId="256"/>
            <ac:spMk id="91" creationId="{00000000-0000-0000-0000-000000000000}"/>
          </ac:spMkLst>
        </pc:spChg>
        <pc:spChg chg="del mod">
          <ac:chgData name="Alva, Yino" userId="38f0b612-f79a-4792-8216-9b24e8e28507" providerId="ADAL" clId="{38B63EF4-3A5B-440F-A221-BB65635FC649}" dt="2026-10-27T00:21:17.468" v="72" actId="478"/>
          <ac:spMkLst>
            <pc:docMk/>
            <pc:sldMk cId="0" sldId="256"/>
            <ac:spMk id="92" creationId="{00000000-0000-0000-0000-000000000000}"/>
          </ac:spMkLst>
        </pc:spChg>
        <pc:graphicFrameChg chg="add mod modGraphic">
          <ac:chgData name="Alva, Yino" userId="38f0b612-f79a-4792-8216-9b24e8e28507" providerId="ADAL" clId="{38B63EF4-3A5B-440F-A221-BB65635FC649}" dt="2026-10-27T00:24:18.608" v="142" actId="113"/>
          <ac:graphicFrameMkLst>
            <pc:docMk/>
            <pc:sldMk cId="0" sldId="256"/>
            <ac:graphicFrameMk id="5" creationId="{6A532A12-D78D-B462-D745-BA6A141300F8}"/>
          </ac:graphicFrameMkLst>
        </pc:graphicFrameChg>
        <pc:picChg chg="add mod">
          <ac:chgData name="Alva, Yino" userId="38f0b612-f79a-4792-8216-9b24e8e28507" providerId="ADAL" clId="{38B63EF4-3A5B-440F-A221-BB65635FC649}" dt="2026-10-27T02:54:08.204" v="955" actId="14100"/>
          <ac:picMkLst>
            <pc:docMk/>
            <pc:sldMk cId="0" sldId="256"/>
            <ac:picMk id="6" creationId="{F857B87E-8EE0-BF77-A042-DEE5BEF2FB9D}"/>
          </ac:picMkLst>
        </pc:picChg>
        <pc:picChg chg="add mod">
          <ac:chgData name="Alva, Yino" userId="38f0b612-f79a-4792-8216-9b24e8e28507" providerId="ADAL" clId="{38B63EF4-3A5B-440F-A221-BB65635FC649}" dt="2026-10-27T02:54:32.599" v="973" actId="1037"/>
          <ac:picMkLst>
            <pc:docMk/>
            <pc:sldMk cId="0" sldId="256"/>
            <ac:picMk id="8" creationId="{F7601E41-A916-9A90-6953-4E262F85BF53}"/>
          </ac:picMkLst>
        </pc:picChg>
        <pc:picChg chg="del">
          <ac:chgData name="Alva, Yino" userId="38f0b612-f79a-4792-8216-9b24e8e28507" providerId="ADAL" clId="{38B63EF4-3A5B-440F-A221-BB65635FC649}" dt="2026-10-27T00:17:59.242" v="71" actId="478"/>
          <ac:picMkLst>
            <pc:docMk/>
            <pc:sldMk cId="0" sldId="256"/>
            <ac:picMk id="24" creationId="{005F5CC0-505C-7D8E-62AA-3C38916D958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1pPr>
            <a:lvl2pPr marL="914400" marR="0" lvl="1"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2pPr>
            <a:lvl3pPr marL="1371600" marR="0" lvl="2"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3pPr>
            <a:lvl4pPr marL="1828800" marR="0" lvl="3"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4pPr>
            <a:lvl5pPr marL="2286000" marR="0" lvl="4" indent="-228600" algn="l" rtl="0">
              <a:lnSpc>
                <a:spcPct val="118000"/>
              </a:lnSpc>
              <a:spcBef>
                <a:spcPts val="660"/>
              </a:spcBef>
              <a:spcAft>
                <a:spcPts val="0"/>
              </a:spcAft>
              <a:buClr>
                <a:srgbClr val="000000"/>
              </a:buClr>
              <a:buSzPts val="1400"/>
              <a:buFont typeface="Arial"/>
              <a:buNone/>
              <a:defRPr sz="2200" b="0" i="0" u="none" strike="noStrike" cap="none">
                <a:solidFill>
                  <a:schemeClr val="dk1"/>
                </a:solidFill>
                <a:latin typeface="Helvetica Neue"/>
                <a:ea typeface="Helvetica Neue"/>
                <a:cs typeface="Helvetica Neue"/>
                <a:sym typeface="Helvetica Neue"/>
              </a:defRPr>
            </a:lvl5pPr>
            <a:lvl6pPr marL="2743200" marR="0" lvl="5"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6pPr>
            <a:lvl7pPr marL="3200400" marR="0" lvl="6"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7pPr>
            <a:lvl8pPr marL="3657600" marR="0" lvl="7"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8pPr>
            <a:lvl9pPr marL="4114800" marR="0" lvl="8" indent="-228600" algn="l" rtl="0">
              <a:lnSpc>
                <a:spcPct val="117999"/>
              </a:lnSpc>
              <a:spcBef>
                <a:spcPts val="0"/>
              </a:spcBef>
              <a:spcAft>
                <a:spcPts val="0"/>
              </a:spcAft>
              <a:buClr>
                <a:srgbClr val="000000"/>
              </a:buClr>
              <a:buSzPts val="1400"/>
              <a:buFont typeface="Arial"/>
              <a:buNone/>
              <a:defRPr sz="2200" b="0" i="0" u="none" strike="noStrike" cap="none">
                <a:solidFill>
                  <a:srgbClr val="000000"/>
                </a:solidFill>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70" name="Google Shape;70;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8000"/>
              </a:lnSpc>
              <a:spcBef>
                <a:spcPts val="0"/>
              </a:spcBef>
              <a:spcAft>
                <a:spcPts val="0"/>
              </a:spcAft>
              <a:buSzPts val="1400"/>
              <a:buNone/>
            </a:pPr>
            <a:endParaRPr dirty="0">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
        <p:cNvGrpSpPr/>
        <p:nvPr/>
      </p:nvGrpSpPr>
      <p:grpSpPr>
        <a:xfrm>
          <a:off x="0" y="0"/>
          <a:ext cx="0" cy="0"/>
          <a:chOff x="0" y="0"/>
          <a:chExt cx="0" cy="0"/>
        </a:xfrm>
      </p:grpSpPr>
      <p:sp>
        <p:nvSpPr>
          <p:cNvPr id="17" name="Google Shape;17;p3"/>
          <p:cNvSpPr/>
          <p:nvPr/>
        </p:nvSpPr>
        <p:spPr>
          <a:xfrm>
            <a:off x="0" y="0"/>
            <a:ext cx="43891200" cy="5255100"/>
          </a:xfrm>
          <a:prstGeom prst="rect">
            <a:avLst/>
          </a:prstGeom>
          <a:solidFill>
            <a:srgbClr val="3E003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18;p3"/>
          <p:cNvSpPr/>
          <p:nvPr/>
        </p:nvSpPr>
        <p:spPr>
          <a:xfrm>
            <a:off x="0" y="5255100"/>
            <a:ext cx="43891200" cy="27663300"/>
          </a:xfrm>
          <a:prstGeom prst="rect">
            <a:avLst/>
          </a:prstGeom>
          <a:solidFill>
            <a:srgbClr val="80008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3"/>
          <p:cNvSpPr/>
          <p:nvPr/>
        </p:nvSpPr>
        <p:spPr>
          <a:xfrm>
            <a:off x="690150"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
          <p:cNvSpPr/>
          <p:nvPr/>
        </p:nvSpPr>
        <p:spPr>
          <a:xfrm>
            <a:off x="1148816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3"/>
          <p:cNvSpPr/>
          <p:nvPr/>
        </p:nvSpPr>
        <p:spPr>
          <a:xfrm>
            <a:off x="22285938"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3"/>
          <p:cNvSpPr/>
          <p:nvPr/>
        </p:nvSpPr>
        <p:spPr>
          <a:xfrm>
            <a:off x="33063813" y="5638800"/>
            <a:ext cx="9974400" cy="2656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
        <p:cNvGrpSpPr/>
        <p:nvPr/>
      </p:nvGrpSpPr>
      <p:grpSpPr>
        <a:xfrm>
          <a:off x="0" y="0"/>
          <a:ext cx="0" cy="0"/>
          <a:chOff x="0" y="0"/>
          <a:chExt cx="0" cy="0"/>
        </a:xfrm>
      </p:grpSpPr>
      <p:sp>
        <p:nvSpPr>
          <p:cNvPr id="24" name="Google Shape;24;p4"/>
          <p:cNvSpPr txBox="1">
            <a:spLocks noGrp="1"/>
          </p:cNvSpPr>
          <p:nvPr>
            <p:ph type="ctrTitle"/>
          </p:nvPr>
        </p:nvSpPr>
        <p:spPr>
          <a:xfrm>
            <a:off x="3292475" y="10226675"/>
            <a:ext cx="37306250" cy="70548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25" name="Google Shape;25;p4"/>
          <p:cNvSpPr txBox="1">
            <a:spLocks noGrp="1"/>
          </p:cNvSpPr>
          <p:nvPr>
            <p:ph type="subTitle" idx="1"/>
          </p:nvPr>
        </p:nvSpPr>
        <p:spPr>
          <a:xfrm>
            <a:off x="6583363" y="18653125"/>
            <a:ext cx="30724475" cy="8413750"/>
          </a:xfrm>
          <a:prstGeom prst="rect">
            <a:avLst/>
          </a:prstGeom>
          <a:noFill/>
          <a:ln>
            <a:noFill/>
          </a:ln>
        </p:spPr>
        <p:txBody>
          <a:bodyPr spcFirstLastPara="1" wrap="square" lIns="456400" tIns="456400" rIns="456400" bIns="456400" anchor="t" anchorCtr="0">
            <a:noAutofit/>
          </a:bodyPr>
          <a:lstStyle>
            <a:lvl1pPr lvl="0" algn="ctr">
              <a:lnSpc>
                <a:spcPct val="100000"/>
              </a:lnSpc>
              <a:spcBef>
                <a:spcPts val="600"/>
              </a:spcBef>
              <a:spcAft>
                <a:spcPts val="0"/>
              </a:spcAft>
              <a:buClr>
                <a:schemeClr val="dk1"/>
              </a:buClr>
              <a:buSzPts val="2900"/>
              <a:buFont typeface="Arial"/>
              <a:buNone/>
              <a:defRPr/>
            </a:lvl1pPr>
            <a:lvl2pPr lvl="1" algn="ctr">
              <a:lnSpc>
                <a:spcPct val="100000"/>
              </a:lnSpc>
              <a:spcBef>
                <a:spcPts val="600"/>
              </a:spcBef>
              <a:spcAft>
                <a:spcPts val="0"/>
              </a:spcAft>
              <a:buClr>
                <a:schemeClr val="dk1"/>
              </a:buClr>
              <a:buSzPts val="2900"/>
              <a:buFont typeface="Arial"/>
              <a:buNone/>
              <a:defRPr/>
            </a:lvl2pPr>
            <a:lvl3pPr lvl="2" algn="ctr">
              <a:lnSpc>
                <a:spcPct val="100000"/>
              </a:lnSpc>
              <a:spcBef>
                <a:spcPts val="600"/>
              </a:spcBef>
              <a:spcAft>
                <a:spcPts val="0"/>
              </a:spcAft>
              <a:buClr>
                <a:schemeClr val="dk1"/>
              </a:buClr>
              <a:buSzPts val="2900"/>
              <a:buFont typeface="Arial"/>
              <a:buNone/>
              <a:defRPr/>
            </a:lvl3pPr>
            <a:lvl4pPr lvl="3" algn="ctr">
              <a:lnSpc>
                <a:spcPct val="100000"/>
              </a:lnSpc>
              <a:spcBef>
                <a:spcPts val="600"/>
              </a:spcBef>
              <a:spcAft>
                <a:spcPts val="0"/>
              </a:spcAft>
              <a:buClr>
                <a:schemeClr val="dk1"/>
              </a:buClr>
              <a:buSzPts val="2900"/>
              <a:buFont typeface="Arial"/>
              <a:buNone/>
              <a:defRPr/>
            </a:lvl4pPr>
            <a:lvl5pPr lvl="4" algn="ctr">
              <a:lnSpc>
                <a:spcPct val="100000"/>
              </a:lnSpc>
              <a:spcBef>
                <a:spcPts val="600"/>
              </a:spcBef>
              <a:spcAft>
                <a:spcPts val="0"/>
              </a:spcAft>
              <a:buClr>
                <a:schemeClr val="dk1"/>
              </a:buClr>
              <a:buSzPts val="2900"/>
              <a:buFont typeface="Arial"/>
              <a:buNone/>
              <a:defRPr/>
            </a:lvl5pPr>
            <a:lvl6pPr lvl="5" algn="ctr">
              <a:lnSpc>
                <a:spcPct val="100000"/>
              </a:lnSpc>
              <a:spcBef>
                <a:spcPts val="600"/>
              </a:spcBef>
              <a:spcAft>
                <a:spcPts val="0"/>
              </a:spcAft>
              <a:buClr>
                <a:schemeClr val="dk1"/>
              </a:buClr>
              <a:buSzPts val="2900"/>
              <a:buFont typeface="Arial"/>
              <a:buNone/>
              <a:defRPr/>
            </a:lvl6pPr>
            <a:lvl7pPr lvl="6" algn="ctr">
              <a:lnSpc>
                <a:spcPct val="100000"/>
              </a:lnSpc>
              <a:spcBef>
                <a:spcPts val="600"/>
              </a:spcBef>
              <a:spcAft>
                <a:spcPts val="0"/>
              </a:spcAft>
              <a:buClr>
                <a:schemeClr val="dk1"/>
              </a:buClr>
              <a:buSzPts val="2900"/>
              <a:buFont typeface="Arial"/>
              <a:buNone/>
              <a:defRPr/>
            </a:lvl7pPr>
            <a:lvl8pPr lvl="7" algn="ctr">
              <a:lnSpc>
                <a:spcPct val="100000"/>
              </a:lnSpc>
              <a:spcBef>
                <a:spcPts val="600"/>
              </a:spcBef>
              <a:spcAft>
                <a:spcPts val="0"/>
              </a:spcAft>
              <a:buClr>
                <a:schemeClr val="dk1"/>
              </a:buClr>
              <a:buSzPts val="2900"/>
              <a:buFont typeface="Arial"/>
              <a:buNone/>
              <a:defRPr/>
            </a:lvl8pPr>
            <a:lvl9pPr lvl="8" algn="ctr">
              <a:lnSpc>
                <a:spcPct val="100000"/>
              </a:lnSpc>
              <a:spcBef>
                <a:spcPts val="600"/>
              </a:spcBef>
              <a:spcAft>
                <a:spcPts val="0"/>
              </a:spcAft>
              <a:buClr>
                <a:schemeClr val="dk1"/>
              </a:buClr>
              <a:buSzPts val="2900"/>
              <a:buFont typeface="Arial"/>
              <a:buNone/>
              <a:defRPr/>
            </a:lvl9pPr>
          </a:lstStyle>
          <a:p>
            <a:r>
              <a:rPr lang="en-US"/>
              <a:t>Click to edit Master subtitle style</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28" name="Google Shape;28;p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467100" y="21153438"/>
            <a:ext cx="37307838" cy="6537325"/>
          </a:xfrm>
          <a:prstGeom prst="rect">
            <a:avLst/>
          </a:prstGeom>
          <a:noFill/>
          <a:ln>
            <a:noFill/>
          </a:ln>
        </p:spPr>
        <p:txBody>
          <a:bodyPr spcFirstLastPara="1" wrap="square" lIns="45600" tIns="45600" rIns="45600" bIns="45600" anchor="t" anchorCtr="0">
            <a:noAutofit/>
          </a:bodyPr>
          <a:lstStyle>
            <a:lvl1pPr lvl="0" algn="l">
              <a:lnSpc>
                <a:spcPct val="100000"/>
              </a:lnSpc>
              <a:spcBef>
                <a:spcPts val="0"/>
              </a:spcBef>
              <a:spcAft>
                <a:spcPts val="0"/>
              </a:spcAft>
              <a:buSzPts val="1400"/>
              <a:buNone/>
              <a:defRPr sz="4000" b="1"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31" name="Google Shape;31;p6"/>
          <p:cNvSpPr txBox="1">
            <a:spLocks noGrp="1"/>
          </p:cNvSpPr>
          <p:nvPr>
            <p:ph type="body" idx="1"/>
          </p:nvPr>
        </p:nvSpPr>
        <p:spPr>
          <a:xfrm>
            <a:off x="3467100" y="13952538"/>
            <a:ext cx="37307838" cy="7200900"/>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000"/>
              <a:buFont typeface="Arial"/>
              <a:buNone/>
              <a:defRPr sz="2000"/>
            </a:lvl1pPr>
            <a:lvl2pPr marL="914400" lvl="1" indent="-228600" algn="l">
              <a:lnSpc>
                <a:spcPct val="100000"/>
              </a:lnSpc>
              <a:spcBef>
                <a:spcPts val="600"/>
              </a:spcBef>
              <a:spcAft>
                <a:spcPts val="0"/>
              </a:spcAft>
              <a:buClr>
                <a:schemeClr val="dk1"/>
              </a:buClr>
              <a:buSzPts val="1800"/>
              <a:buFont typeface="Arial"/>
              <a:buNone/>
              <a:defRPr sz="1800"/>
            </a:lvl2pPr>
            <a:lvl3pPr marL="1371600" lvl="2" indent="-228600" algn="l">
              <a:lnSpc>
                <a:spcPct val="100000"/>
              </a:lnSpc>
              <a:spcBef>
                <a:spcPts val="600"/>
              </a:spcBef>
              <a:spcAft>
                <a:spcPts val="0"/>
              </a:spcAft>
              <a:buClr>
                <a:schemeClr val="dk1"/>
              </a:buClr>
              <a:buSzPts val="1600"/>
              <a:buFont typeface="Arial"/>
              <a:buNone/>
              <a:defRPr sz="1600"/>
            </a:lvl3pPr>
            <a:lvl4pPr marL="1828800" lvl="3" indent="-228600" algn="l">
              <a:lnSpc>
                <a:spcPct val="100000"/>
              </a:lnSpc>
              <a:spcBef>
                <a:spcPts val="600"/>
              </a:spcBef>
              <a:spcAft>
                <a:spcPts val="0"/>
              </a:spcAft>
              <a:buClr>
                <a:schemeClr val="dk1"/>
              </a:buClr>
              <a:buSzPts val="1400"/>
              <a:buFont typeface="Arial"/>
              <a:buNone/>
              <a:defRPr sz="1400"/>
            </a:lvl4pPr>
            <a:lvl5pPr marL="2286000" lvl="4" indent="-228600" algn="l">
              <a:lnSpc>
                <a:spcPct val="100000"/>
              </a:lnSpc>
              <a:spcBef>
                <a:spcPts val="600"/>
              </a:spcBef>
              <a:spcAft>
                <a:spcPts val="0"/>
              </a:spcAft>
              <a:buClr>
                <a:schemeClr val="dk1"/>
              </a:buClr>
              <a:buSzPts val="1400"/>
              <a:buFont typeface="Arial"/>
              <a:buNone/>
              <a:defRPr sz="1400"/>
            </a:lvl5pPr>
            <a:lvl6pPr marL="2743200" lvl="5" indent="-228600" algn="l">
              <a:lnSpc>
                <a:spcPct val="100000"/>
              </a:lnSpc>
              <a:spcBef>
                <a:spcPts val="600"/>
              </a:spcBef>
              <a:spcAft>
                <a:spcPts val="0"/>
              </a:spcAft>
              <a:buClr>
                <a:schemeClr val="dk1"/>
              </a:buClr>
              <a:buSzPts val="1400"/>
              <a:buFont typeface="Arial"/>
              <a:buNone/>
              <a:defRPr sz="1400"/>
            </a:lvl6pPr>
            <a:lvl7pPr marL="3200400" lvl="6" indent="-228600" algn="l">
              <a:lnSpc>
                <a:spcPct val="100000"/>
              </a:lnSpc>
              <a:spcBef>
                <a:spcPts val="600"/>
              </a:spcBef>
              <a:spcAft>
                <a:spcPts val="0"/>
              </a:spcAft>
              <a:buClr>
                <a:schemeClr val="dk1"/>
              </a:buClr>
              <a:buSzPts val="1400"/>
              <a:buFont typeface="Arial"/>
              <a:buNone/>
              <a:defRPr sz="1400"/>
            </a:lvl7pPr>
            <a:lvl8pPr marL="3657600" lvl="7" indent="-228600" algn="l">
              <a:lnSpc>
                <a:spcPct val="100000"/>
              </a:lnSpc>
              <a:spcBef>
                <a:spcPts val="600"/>
              </a:spcBef>
              <a:spcAft>
                <a:spcPts val="0"/>
              </a:spcAft>
              <a:buClr>
                <a:schemeClr val="dk1"/>
              </a:buClr>
              <a:buSzPts val="1400"/>
              <a:buFont typeface="Arial"/>
              <a:buNone/>
              <a:defRPr sz="1400"/>
            </a:lvl8pPr>
            <a:lvl9pPr marL="4114800" lvl="8" indent="-228600" algn="l">
              <a:lnSpc>
                <a:spcPct val="100000"/>
              </a:lnSpc>
              <a:spcBef>
                <a:spcPts val="600"/>
              </a:spcBef>
              <a:spcAft>
                <a:spcPts val="0"/>
              </a:spcAft>
              <a:buClr>
                <a:schemeClr val="dk1"/>
              </a:buClr>
              <a:buSzPts val="1400"/>
              <a:buFont typeface="Arial"/>
              <a:buNone/>
              <a:defRPr sz="1400"/>
            </a:lvl9pPr>
          </a:lstStyle>
          <a:p>
            <a:pPr lvl="0"/>
            <a:r>
              <a:rPr lang="en-US"/>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34" name="Google Shape;34;p7"/>
          <p:cNvSpPr txBox="1">
            <a:spLocks noGrp="1"/>
          </p:cNvSpPr>
          <p:nvPr>
            <p:ph type="body" idx="1"/>
          </p:nvPr>
        </p:nvSpPr>
        <p:spPr>
          <a:xfrm>
            <a:off x="693738" y="5638800"/>
            <a:ext cx="21018500"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pPr lvl="0"/>
            <a:r>
              <a:rPr lang="en-US"/>
              <a:t>Click to edit Master text styles</a:t>
            </a:r>
          </a:p>
        </p:txBody>
      </p:sp>
      <p:sp>
        <p:nvSpPr>
          <p:cNvPr id="35" name="Google Shape;35;p7"/>
          <p:cNvSpPr txBox="1">
            <a:spLocks noGrp="1"/>
          </p:cNvSpPr>
          <p:nvPr>
            <p:ph type="body" idx="2"/>
          </p:nvPr>
        </p:nvSpPr>
        <p:spPr>
          <a:xfrm>
            <a:off x="21864638" y="5638800"/>
            <a:ext cx="21020087" cy="27279600"/>
          </a:xfrm>
          <a:prstGeom prst="rect">
            <a:avLst/>
          </a:prstGeom>
          <a:noFill/>
          <a:ln>
            <a:noFill/>
          </a:ln>
        </p:spPr>
        <p:txBody>
          <a:bodyPr spcFirstLastPara="1" wrap="square" lIns="456400" tIns="456400" rIns="456400" bIns="456400" anchor="t" anchorCtr="0">
            <a:noAutofit/>
          </a:bodyPr>
          <a:lstStyle>
            <a:lvl1pPr marL="457200" lvl="0" indent="-406400" algn="l">
              <a:lnSpc>
                <a:spcPct val="100000"/>
              </a:lnSpc>
              <a:spcBef>
                <a:spcPts val="600"/>
              </a:spcBef>
              <a:spcAft>
                <a:spcPts val="0"/>
              </a:spcAft>
              <a:buClr>
                <a:schemeClr val="dk1"/>
              </a:buClr>
              <a:buSzPts val="2800"/>
              <a:buFont typeface="Arial"/>
              <a:buChar char="»"/>
              <a:defRPr sz="2800"/>
            </a:lvl1pPr>
            <a:lvl2pPr marL="914400" lvl="1" indent="-381000" algn="l">
              <a:lnSpc>
                <a:spcPct val="100000"/>
              </a:lnSpc>
              <a:spcBef>
                <a:spcPts val="600"/>
              </a:spcBef>
              <a:spcAft>
                <a:spcPts val="0"/>
              </a:spcAft>
              <a:buClr>
                <a:schemeClr val="dk1"/>
              </a:buClr>
              <a:buSzPts val="2400"/>
              <a:buFont typeface="Arial"/>
              <a:buChar char="–"/>
              <a:defRPr sz="2400"/>
            </a:lvl2pPr>
            <a:lvl3pPr marL="1371600" lvl="2" indent="-355600" algn="l">
              <a:lnSpc>
                <a:spcPct val="100000"/>
              </a:lnSpc>
              <a:spcBef>
                <a:spcPts val="600"/>
              </a:spcBef>
              <a:spcAft>
                <a:spcPts val="0"/>
              </a:spcAft>
              <a:buClr>
                <a:schemeClr val="dk1"/>
              </a:buClr>
              <a:buSzPts val="2000"/>
              <a:buFont typeface="Arial"/>
              <a:buChar char="•"/>
              <a:defRPr sz="2000"/>
            </a:lvl3pPr>
            <a:lvl4pPr marL="1828800" lvl="3" indent="-342900" algn="l">
              <a:lnSpc>
                <a:spcPct val="100000"/>
              </a:lnSpc>
              <a:spcBef>
                <a:spcPts val="600"/>
              </a:spcBef>
              <a:spcAft>
                <a:spcPts val="0"/>
              </a:spcAft>
              <a:buClr>
                <a:schemeClr val="dk1"/>
              </a:buClr>
              <a:buSzPts val="1800"/>
              <a:buFont typeface="Arial"/>
              <a:buChar char="–"/>
              <a:defRPr sz="1800"/>
            </a:lvl4pPr>
            <a:lvl5pPr marL="2286000" lvl="4" indent="-342900" algn="l">
              <a:lnSpc>
                <a:spcPct val="100000"/>
              </a:lnSpc>
              <a:spcBef>
                <a:spcPts val="600"/>
              </a:spcBef>
              <a:spcAft>
                <a:spcPts val="0"/>
              </a:spcAft>
              <a:buClr>
                <a:schemeClr val="dk1"/>
              </a:buClr>
              <a:buSzPts val="1800"/>
              <a:buFont typeface="Arial"/>
              <a:buChar char="»"/>
              <a:defRPr sz="1800"/>
            </a:lvl5pPr>
            <a:lvl6pPr marL="2743200" lvl="5" indent="-342900" algn="l">
              <a:lnSpc>
                <a:spcPct val="100000"/>
              </a:lnSpc>
              <a:spcBef>
                <a:spcPts val="600"/>
              </a:spcBef>
              <a:spcAft>
                <a:spcPts val="0"/>
              </a:spcAft>
              <a:buClr>
                <a:schemeClr val="dk1"/>
              </a:buClr>
              <a:buSzPts val="1800"/>
              <a:buFont typeface="Arial"/>
              <a:buChar char="»"/>
              <a:defRPr sz="1800"/>
            </a:lvl6pPr>
            <a:lvl7pPr marL="3200400" lvl="6" indent="-342900" algn="l">
              <a:lnSpc>
                <a:spcPct val="100000"/>
              </a:lnSpc>
              <a:spcBef>
                <a:spcPts val="600"/>
              </a:spcBef>
              <a:spcAft>
                <a:spcPts val="0"/>
              </a:spcAft>
              <a:buClr>
                <a:schemeClr val="dk1"/>
              </a:buClr>
              <a:buSzPts val="1800"/>
              <a:buFont typeface="Arial"/>
              <a:buChar char="»"/>
              <a:defRPr sz="1800"/>
            </a:lvl7pPr>
            <a:lvl8pPr marL="3657600" lvl="7" indent="-342900" algn="l">
              <a:lnSpc>
                <a:spcPct val="100000"/>
              </a:lnSpc>
              <a:spcBef>
                <a:spcPts val="600"/>
              </a:spcBef>
              <a:spcAft>
                <a:spcPts val="0"/>
              </a:spcAft>
              <a:buClr>
                <a:schemeClr val="dk1"/>
              </a:buClr>
              <a:buSzPts val="1800"/>
              <a:buFont typeface="Arial"/>
              <a:buChar char="»"/>
              <a:defRPr sz="1800"/>
            </a:lvl8pPr>
            <a:lvl9pPr marL="4114800" lvl="8" indent="-342900" algn="l">
              <a:lnSpc>
                <a:spcPct val="100000"/>
              </a:lnSpc>
              <a:spcBef>
                <a:spcPts val="600"/>
              </a:spcBef>
              <a:spcAft>
                <a:spcPts val="0"/>
              </a:spcAft>
              <a:buClr>
                <a:schemeClr val="dk1"/>
              </a:buClr>
              <a:buSzPts val="1800"/>
              <a:buFont typeface="Arial"/>
              <a:buChar char="»"/>
              <a:defRPr sz="1800"/>
            </a:lvl9pPr>
          </a:lstStyle>
          <a:p>
            <a:pPr lvl="0"/>
            <a:r>
              <a:rPr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2193925" y="1317625"/>
            <a:ext cx="39503350" cy="548640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38" name="Google Shape;38;p8"/>
          <p:cNvSpPr txBox="1">
            <a:spLocks noGrp="1"/>
          </p:cNvSpPr>
          <p:nvPr>
            <p:ph type="body" idx="1"/>
          </p:nvPr>
        </p:nvSpPr>
        <p:spPr>
          <a:xfrm>
            <a:off x="2193925" y="7369175"/>
            <a:ext cx="19392900"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pPr lvl="0"/>
            <a:r>
              <a:rPr lang="en-US"/>
              <a:t>Click to edit Master text styles</a:t>
            </a:r>
          </a:p>
        </p:txBody>
      </p:sp>
      <p:sp>
        <p:nvSpPr>
          <p:cNvPr id="39" name="Google Shape;39;p8"/>
          <p:cNvSpPr txBox="1">
            <a:spLocks noGrp="1"/>
          </p:cNvSpPr>
          <p:nvPr>
            <p:ph type="body" idx="2"/>
          </p:nvPr>
        </p:nvSpPr>
        <p:spPr>
          <a:xfrm>
            <a:off x="2193925" y="10439400"/>
            <a:ext cx="19392900"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pPr lvl="0"/>
            <a:r>
              <a:rPr lang="en-US"/>
              <a:t>Click to edit Master text styles</a:t>
            </a:r>
          </a:p>
        </p:txBody>
      </p:sp>
      <p:sp>
        <p:nvSpPr>
          <p:cNvPr id="40" name="Google Shape;40;p8"/>
          <p:cNvSpPr txBox="1">
            <a:spLocks noGrp="1"/>
          </p:cNvSpPr>
          <p:nvPr>
            <p:ph type="body" idx="3"/>
          </p:nvPr>
        </p:nvSpPr>
        <p:spPr>
          <a:xfrm>
            <a:off x="22296438" y="7369175"/>
            <a:ext cx="19400837" cy="3070225"/>
          </a:xfrm>
          <a:prstGeom prst="rect">
            <a:avLst/>
          </a:prstGeom>
          <a:noFill/>
          <a:ln>
            <a:noFill/>
          </a:ln>
        </p:spPr>
        <p:txBody>
          <a:bodyPr spcFirstLastPara="1" wrap="square" lIns="456400" tIns="456400" rIns="456400" bIns="456400" anchor="b" anchorCtr="0">
            <a:noAutofit/>
          </a:bodyPr>
          <a:lstStyle>
            <a:lvl1pPr marL="457200" lvl="0" indent="-228600" algn="l">
              <a:lnSpc>
                <a:spcPct val="100000"/>
              </a:lnSpc>
              <a:spcBef>
                <a:spcPts val="600"/>
              </a:spcBef>
              <a:spcAft>
                <a:spcPts val="0"/>
              </a:spcAft>
              <a:buClr>
                <a:schemeClr val="dk1"/>
              </a:buClr>
              <a:buSzPts val="2400"/>
              <a:buFont typeface="Arial"/>
              <a:buNone/>
              <a:defRPr sz="2400" b="1"/>
            </a:lvl1pPr>
            <a:lvl2pPr marL="914400" lvl="1" indent="-228600" algn="l">
              <a:lnSpc>
                <a:spcPct val="100000"/>
              </a:lnSpc>
              <a:spcBef>
                <a:spcPts val="600"/>
              </a:spcBef>
              <a:spcAft>
                <a:spcPts val="0"/>
              </a:spcAft>
              <a:buClr>
                <a:schemeClr val="dk1"/>
              </a:buClr>
              <a:buSzPts val="2000"/>
              <a:buFont typeface="Arial"/>
              <a:buNone/>
              <a:defRPr sz="2000" b="1"/>
            </a:lvl2pPr>
            <a:lvl3pPr marL="1371600" lvl="2" indent="-228600" algn="l">
              <a:lnSpc>
                <a:spcPct val="100000"/>
              </a:lnSpc>
              <a:spcBef>
                <a:spcPts val="600"/>
              </a:spcBef>
              <a:spcAft>
                <a:spcPts val="0"/>
              </a:spcAft>
              <a:buClr>
                <a:schemeClr val="dk1"/>
              </a:buClr>
              <a:buSzPts val="1800"/>
              <a:buFont typeface="Arial"/>
              <a:buNone/>
              <a:defRPr sz="1800" b="1"/>
            </a:lvl3pPr>
            <a:lvl4pPr marL="1828800" lvl="3" indent="-228600" algn="l">
              <a:lnSpc>
                <a:spcPct val="100000"/>
              </a:lnSpc>
              <a:spcBef>
                <a:spcPts val="600"/>
              </a:spcBef>
              <a:spcAft>
                <a:spcPts val="0"/>
              </a:spcAft>
              <a:buClr>
                <a:schemeClr val="dk1"/>
              </a:buClr>
              <a:buSzPts val="1600"/>
              <a:buFont typeface="Arial"/>
              <a:buNone/>
              <a:defRPr sz="1600" b="1"/>
            </a:lvl4pPr>
            <a:lvl5pPr marL="2286000" lvl="4" indent="-228600" algn="l">
              <a:lnSpc>
                <a:spcPct val="100000"/>
              </a:lnSpc>
              <a:spcBef>
                <a:spcPts val="600"/>
              </a:spcBef>
              <a:spcAft>
                <a:spcPts val="0"/>
              </a:spcAft>
              <a:buClr>
                <a:schemeClr val="dk1"/>
              </a:buClr>
              <a:buSzPts val="1600"/>
              <a:buFont typeface="Arial"/>
              <a:buNone/>
              <a:defRPr sz="1600" b="1"/>
            </a:lvl5pPr>
            <a:lvl6pPr marL="2743200" lvl="5" indent="-228600" algn="l">
              <a:lnSpc>
                <a:spcPct val="100000"/>
              </a:lnSpc>
              <a:spcBef>
                <a:spcPts val="600"/>
              </a:spcBef>
              <a:spcAft>
                <a:spcPts val="0"/>
              </a:spcAft>
              <a:buClr>
                <a:schemeClr val="dk1"/>
              </a:buClr>
              <a:buSzPts val="1600"/>
              <a:buFont typeface="Arial"/>
              <a:buNone/>
              <a:defRPr sz="1600" b="1"/>
            </a:lvl6pPr>
            <a:lvl7pPr marL="3200400" lvl="6" indent="-228600" algn="l">
              <a:lnSpc>
                <a:spcPct val="100000"/>
              </a:lnSpc>
              <a:spcBef>
                <a:spcPts val="600"/>
              </a:spcBef>
              <a:spcAft>
                <a:spcPts val="0"/>
              </a:spcAft>
              <a:buClr>
                <a:schemeClr val="dk1"/>
              </a:buClr>
              <a:buSzPts val="1600"/>
              <a:buFont typeface="Arial"/>
              <a:buNone/>
              <a:defRPr sz="1600" b="1"/>
            </a:lvl7pPr>
            <a:lvl8pPr marL="3657600" lvl="7" indent="-228600" algn="l">
              <a:lnSpc>
                <a:spcPct val="100000"/>
              </a:lnSpc>
              <a:spcBef>
                <a:spcPts val="600"/>
              </a:spcBef>
              <a:spcAft>
                <a:spcPts val="0"/>
              </a:spcAft>
              <a:buClr>
                <a:schemeClr val="dk1"/>
              </a:buClr>
              <a:buSzPts val="1600"/>
              <a:buFont typeface="Arial"/>
              <a:buNone/>
              <a:defRPr sz="1600" b="1"/>
            </a:lvl8pPr>
            <a:lvl9pPr marL="4114800" lvl="8" indent="-228600" algn="l">
              <a:lnSpc>
                <a:spcPct val="100000"/>
              </a:lnSpc>
              <a:spcBef>
                <a:spcPts val="600"/>
              </a:spcBef>
              <a:spcAft>
                <a:spcPts val="0"/>
              </a:spcAft>
              <a:buClr>
                <a:schemeClr val="dk1"/>
              </a:buClr>
              <a:buSzPts val="1600"/>
              <a:buFont typeface="Arial"/>
              <a:buNone/>
              <a:defRPr sz="1600" b="1"/>
            </a:lvl9pPr>
          </a:lstStyle>
          <a:p>
            <a:pPr lvl="0"/>
            <a:r>
              <a:rPr lang="en-US"/>
              <a:t>Click to edit Master text styles</a:t>
            </a:r>
          </a:p>
        </p:txBody>
      </p:sp>
      <p:sp>
        <p:nvSpPr>
          <p:cNvPr id="41" name="Google Shape;41;p8"/>
          <p:cNvSpPr txBox="1">
            <a:spLocks noGrp="1"/>
          </p:cNvSpPr>
          <p:nvPr>
            <p:ph type="body" idx="4"/>
          </p:nvPr>
        </p:nvSpPr>
        <p:spPr>
          <a:xfrm>
            <a:off x="22296438" y="10439400"/>
            <a:ext cx="19400837" cy="18965863"/>
          </a:xfrm>
          <a:prstGeom prst="rect">
            <a:avLst/>
          </a:prstGeom>
          <a:noFill/>
          <a:ln>
            <a:noFill/>
          </a:ln>
        </p:spPr>
        <p:txBody>
          <a:bodyPr spcFirstLastPara="1" wrap="square" lIns="456400" tIns="456400" rIns="456400" bIns="456400" anchor="t" anchorCtr="0">
            <a:noAutofit/>
          </a:bodyPr>
          <a:lstStyle>
            <a:lvl1pPr marL="457200" lvl="0" indent="-381000" algn="l">
              <a:lnSpc>
                <a:spcPct val="100000"/>
              </a:lnSpc>
              <a:spcBef>
                <a:spcPts val="600"/>
              </a:spcBef>
              <a:spcAft>
                <a:spcPts val="0"/>
              </a:spcAft>
              <a:buClr>
                <a:schemeClr val="dk1"/>
              </a:buClr>
              <a:buSzPts val="2400"/>
              <a:buFont typeface="Arial"/>
              <a:buChar char="»"/>
              <a:defRPr sz="2400"/>
            </a:lvl1pPr>
            <a:lvl2pPr marL="914400" lvl="1" indent="-355600" algn="l">
              <a:lnSpc>
                <a:spcPct val="100000"/>
              </a:lnSpc>
              <a:spcBef>
                <a:spcPts val="600"/>
              </a:spcBef>
              <a:spcAft>
                <a:spcPts val="0"/>
              </a:spcAft>
              <a:buClr>
                <a:schemeClr val="dk1"/>
              </a:buClr>
              <a:buSzPts val="2000"/>
              <a:buFont typeface="Arial"/>
              <a:buChar char="–"/>
              <a:defRPr sz="2000"/>
            </a:lvl2pPr>
            <a:lvl3pPr marL="1371600" lvl="2" indent="-342900" algn="l">
              <a:lnSpc>
                <a:spcPct val="100000"/>
              </a:lnSpc>
              <a:spcBef>
                <a:spcPts val="600"/>
              </a:spcBef>
              <a:spcAft>
                <a:spcPts val="0"/>
              </a:spcAft>
              <a:buClr>
                <a:schemeClr val="dk1"/>
              </a:buClr>
              <a:buSzPts val="1800"/>
              <a:buFont typeface="Arial"/>
              <a:buChar char="•"/>
              <a:defRPr sz="1800"/>
            </a:lvl3pPr>
            <a:lvl4pPr marL="1828800" lvl="3" indent="-330200" algn="l">
              <a:lnSpc>
                <a:spcPct val="100000"/>
              </a:lnSpc>
              <a:spcBef>
                <a:spcPts val="600"/>
              </a:spcBef>
              <a:spcAft>
                <a:spcPts val="0"/>
              </a:spcAft>
              <a:buClr>
                <a:schemeClr val="dk1"/>
              </a:buClr>
              <a:buSzPts val="1600"/>
              <a:buFont typeface="Arial"/>
              <a:buChar char="–"/>
              <a:defRPr sz="1600"/>
            </a:lvl4pPr>
            <a:lvl5pPr marL="2286000" lvl="4" indent="-330200" algn="l">
              <a:lnSpc>
                <a:spcPct val="100000"/>
              </a:lnSpc>
              <a:spcBef>
                <a:spcPts val="600"/>
              </a:spcBef>
              <a:spcAft>
                <a:spcPts val="0"/>
              </a:spcAft>
              <a:buClr>
                <a:schemeClr val="dk1"/>
              </a:buClr>
              <a:buSzPts val="1600"/>
              <a:buFont typeface="Arial"/>
              <a:buChar char="»"/>
              <a:defRPr sz="1600"/>
            </a:lvl5pPr>
            <a:lvl6pPr marL="2743200" lvl="5" indent="-330200" algn="l">
              <a:lnSpc>
                <a:spcPct val="100000"/>
              </a:lnSpc>
              <a:spcBef>
                <a:spcPts val="600"/>
              </a:spcBef>
              <a:spcAft>
                <a:spcPts val="0"/>
              </a:spcAft>
              <a:buClr>
                <a:schemeClr val="dk1"/>
              </a:buClr>
              <a:buSzPts val="1600"/>
              <a:buFont typeface="Arial"/>
              <a:buChar char="»"/>
              <a:defRPr sz="1600"/>
            </a:lvl6pPr>
            <a:lvl7pPr marL="3200400" lvl="6" indent="-330200" algn="l">
              <a:lnSpc>
                <a:spcPct val="100000"/>
              </a:lnSpc>
              <a:spcBef>
                <a:spcPts val="600"/>
              </a:spcBef>
              <a:spcAft>
                <a:spcPts val="0"/>
              </a:spcAft>
              <a:buClr>
                <a:schemeClr val="dk1"/>
              </a:buClr>
              <a:buSzPts val="1600"/>
              <a:buFont typeface="Arial"/>
              <a:buChar char="»"/>
              <a:defRPr sz="1600"/>
            </a:lvl7pPr>
            <a:lvl8pPr marL="3657600" lvl="7" indent="-330200" algn="l">
              <a:lnSpc>
                <a:spcPct val="100000"/>
              </a:lnSpc>
              <a:spcBef>
                <a:spcPts val="600"/>
              </a:spcBef>
              <a:spcAft>
                <a:spcPts val="0"/>
              </a:spcAft>
              <a:buClr>
                <a:schemeClr val="dk1"/>
              </a:buClr>
              <a:buSzPts val="1600"/>
              <a:buFont typeface="Arial"/>
              <a:buChar char="»"/>
              <a:defRPr sz="1600"/>
            </a:lvl8pPr>
            <a:lvl9pPr marL="4114800" lvl="8" indent="-330200" algn="l">
              <a:lnSpc>
                <a:spcPct val="100000"/>
              </a:lnSpc>
              <a:spcBef>
                <a:spcPts val="600"/>
              </a:spcBef>
              <a:spcAft>
                <a:spcPts val="0"/>
              </a:spcAft>
              <a:buClr>
                <a:schemeClr val="dk1"/>
              </a:buClr>
              <a:buSzPts val="1600"/>
              <a:buFont typeface="Arial"/>
              <a:buChar char="»"/>
              <a:defRPr sz="1600"/>
            </a:lvl9pPr>
          </a:lstStyle>
          <a:p>
            <a:pPr lvl="0"/>
            <a:r>
              <a:rPr lang="en-US"/>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4"/>
        <p:cNvGrpSpPr/>
        <p:nvPr/>
      </p:nvGrpSpPr>
      <p:grpSpPr>
        <a:xfrm>
          <a:off x="0" y="0"/>
          <a:ext cx="0" cy="0"/>
          <a:chOff x="0" y="0"/>
          <a:chExt cx="0" cy="0"/>
        </a:xfrm>
      </p:grpSpPr>
      <p:sp>
        <p:nvSpPr>
          <p:cNvPr id="45" name="Google Shape;45;p10"/>
          <p:cNvSpPr txBox="1">
            <a:spLocks noGrp="1"/>
          </p:cNvSpPr>
          <p:nvPr>
            <p:ph type="title"/>
          </p:nvPr>
        </p:nvSpPr>
        <p:spPr>
          <a:xfrm>
            <a:off x="2193925" y="1311275"/>
            <a:ext cx="14439900" cy="5576888"/>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46" name="Google Shape;46;p10"/>
          <p:cNvSpPr txBox="1">
            <a:spLocks noGrp="1"/>
          </p:cNvSpPr>
          <p:nvPr>
            <p:ph type="body" idx="1"/>
          </p:nvPr>
        </p:nvSpPr>
        <p:spPr>
          <a:xfrm>
            <a:off x="17160875" y="1311275"/>
            <a:ext cx="24536400" cy="28093988"/>
          </a:xfrm>
          <a:prstGeom prst="rect">
            <a:avLst/>
          </a:prstGeom>
          <a:noFill/>
          <a:ln>
            <a:noFill/>
          </a:ln>
        </p:spPr>
        <p:txBody>
          <a:bodyPr spcFirstLastPara="1" wrap="square" lIns="456400" tIns="456400" rIns="456400" bIns="456400" anchor="t" anchorCtr="0">
            <a:noAutofit/>
          </a:bodyPr>
          <a:lstStyle>
            <a:lvl1pPr marL="457200" lvl="0" indent="-431800" algn="l">
              <a:lnSpc>
                <a:spcPct val="100000"/>
              </a:lnSpc>
              <a:spcBef>
                <a:spcPts val="600"/>
              </a:spcBef>
              <a:spcAft>
                <a:spcPts val="0"/>
              </a:spcAft>
              <a:buClr>
                <a:schemeClr val="dk1"/>
              </a:buClr>
              <a:buSzPts val="3200"/>
              <a:buFont typeface="Arial"/>
              <a:buChar char="»"/>
              <a:defRPr sz="3200"/>
            </a:lvl1pPr>
            <a:lvl2pPr marL="914400" lvl="1" indent="-406400" algn="l">
              <a:lnSpc>
                <a:spcPct val="100000"/>
              </a:lnSpc>
              <a:spcBef>
                <a:spcPts val="600"/>
              </a:spcBef>
              <a:spcAft>
                <a:spcPts val="0"/>
              </a:spcAft>
              <a:buClr>
                <a:schemeClr val="dk1"/>
              </a:buClr>
              <a:buSzPts val="2800"/>
              <a:buFont typeface="Arial"/>
              <a:buChar char="–"/>
              <a:defRPr sz="2800"/>
            </a:lvl2pPr>
            <a:lvl3pPr marL="1371600" lvl="2" indent="-381000" algn="l">
              <a:lnSpc>
                <a:spcPct val="100000"/>
              </a:lnSpc>
              <a:spcBef>
                <a:spcPts val="600"/>
              </a:spcBef>
              <a:spcAft>
                <a:spcPts val="0"/>
              </a:spcAft>
              <a:buClr>
                <a:schemeClr val="dk1"/>
              </a:buClr>
              <a:buSzPts val="2400"/>
              <a:buFont typeface="Arial"/>
              <a:buChar char="•"/>
              <a:defRPr sz="2400"/>
            </a:lvl3pPr>
            <a:lvl4pPr marL="1828800" lvl="3" indent="-355600" algn="l">
              <a:lnSpc>
                <a:spcPct val="100000"/>
              </a:lnSpc>
              <a:spcBef>
                <a:spcPts val="600"/>
              </a:spcBef>
              <a:spcAft>
                <a:spcPts val="0"/>
              </a:spcAft>
              <a:buClr>
                <a:schemeClr val="dk1"/>
              </a:buClr>
              <a:buSzPts val="2000"/>
              <a:buFont typeface="Arial"/>
              <a:buChar char="–"/>
              <a:defRPr sz="2000"/>
            </a:lvl4pPr>
            <a:lvl5pPr marL="2286000" lvl="4" indent="-355600" algn="l">
              <a:lnSpc>
                <a:spcPct val="100000"/>
              </a:lnSpc>
              <a:spcBef>
                <a:spcPts val="600"/>
              </a:spcBef>
              <a:spcAft>
                <a:spcPts val="0"/>
              </a:spcAft>
              <a:buClr>
                <a:schemeClr val="dk1"/>
              </a:buClr>
              <a:buSzPts val="2000"/>
              <a:buFont typeface="Arial"/>
              <a:buChar char="»"/>
              <a:defRPr sz="2000"/>
            </a:lvl5pPr>
            <a:lvl6pPr marL="2743200" lvl="5" indent="-355600" algn="l">
              <a:lnSpc>
                <a:spcPct val="100000"/>
              </a:lnSpc>
              <a:spcBef>
                <a:spcPts val="600"/>
              </a:spcBef>
              <a:spcAft>
                <a:spcPts val="0"/>
              </a:spcAft>
              <a:buClr>
                <a:schemeClr val="dk1"/>
              </a:buClr>
              <a:buSzPts val="2000"/>
              <a:buFont typeface="Arial"/>
              <a:buChar char="»"/>
              <a:defRPr sz="2000"/>
            </a:lvl6pPr>
            <a:lvl7pPr marL="3200400" lvl="6" indent="-355600" algn="l">
              <a:lnSpc>
                <a:spcPct val="100000"/>
              </a:lnSpc>
              <a:spcBef>
                <a:spcPts val="600"/>
              </a:spcBef>
              <a:spcAft>
                <a:spcPts val="0"/>
              </a:spcAft>
              <a:buClr>
                <a:schemeClr val="dk1"/>
              </a:buClr>
              <a:buSzPts val="2000"/>
              <a:buFont typeface="Arial"/>
              <a:buChar char="»"/>
              <a:defRPr sz="2000"/>
            </a:lvl7pPr>
            <a:lvl8pPr marL="3657600" lvl="7" indent="-355600" algn="l">
              <a:lnSpc>
                <a:spcPct val="100000"/>
              </a:lnSpc>
              <a:spcBef>
                <a:spcPts val="600"/>
              </a:spcBef>
              <a:spcAft>
                <a:spcPts val="0"/>
              </a:spcAft>
              <a:buClr>
                <a:schemeClr val="dk1"/>
              </a:buClr>
              <a:buSzPts val="2000"/>
              <a:buFont typeface="Arial"/>
              <a:buChar char="»"/>
              <a:defRPr sz="2000"/>
            </a:lvl8pPr>
            <a:lvl9pPr marL="4114800" lvl="8" indent="-355600" algn="l">
              <a:lnSpc>
                <a:spcPct val="100000"/>
              </a:lnSpc>
              <a:spcBef>
                <a:spcPts val="600"/>
              </a:spcBef>
              <a:spcAft>
                <a:spcPts val="0"/>
              </a:spcAft>
              <a:buClr>
                <a:schemeClr val="dk1"/>
              </a:buClr>
              <a:buSzPts val="2000"/>
              <a:buFont typeface="Arial"/>
              <a:buChar char="»"/>
              <a:defRPr sz="2000"/>
            </a:lvl9pPr>
          </a:lstStyle>
          <a:p>
            <a:pPr lvl="0"/>
            <a:r>
              <a:rPr lang="en-US"/>
              <a:t>Click to edit Master text styles</a:t>
            </a:r>
          </a:p>
        </p:txBody>
      </p:sp>
      <p:sp>
        <p:nvSpPr>
          <p:cNvPr id="47" name="Google Shape;47;p10"/>
          <p:cNvSpPr txBox="1">
            <a:spLocks noGrp="1"/>
          </p:cNvSpPr>
          <p:nvPr>
            <p:ph type="body" idx="2"/>
          </p:nvPr>
        </p:nvSpPr>
        <p:spPr>
          <a:xfrm>
            <a:off x="2193925" y="6888163"/>
            <a:ext cx="14439900" cy="22517100"/>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8"/>
        <p:cNvGrpSpPr/>
        <p:nvPr/>
      </p:nvGrpSpPr>
      <p:grpSpPr>
        <a:xfrm>
          <a:off x="0" y="0"/>
          <a:ext cx="0" cy="0"/>
          <a:chOff x="0" y="0"/>
          <a:chExt cx="0" cy="0"/>
        </a:xfrm>
      </p:grpSpPr>
      <p:sp>
        <p:nvSpPr>
          <p:cNvPr id="49" name="Google Shape;49;p11"/>
          <p:cNvSpPr txBox="1">
            <a:spLocks noGrp="1"/>
          </p:cNvSpPr>
          <p:nvPr>
            <p:ph type="title"/>
          </p:nvPr>
        </p:nvSpPr>
        <p:spPr>
          <a:xfrm>
            <a:off x="8602663" y="23042563"/>
            <a:ext cx="26335037" cy="2720975"/>
          </a:xfrm>
          <a:prstGeom prst="rect">
            <a:avLst/>
          </a:prstGeom>
          <a:noFill/>
          <a:ln>
            <a:noFill/>
          </a:ln>
        </p:spPr>
        <p:txBody>
          <a:bodyPr spcFirstLastPara="1" wrap="square" lIns="45600" tIns="45600" rIns="45600" bIns="45600" anchor="b" anchorCtr="0">
            <a:noAutofit/>
          </a:bodyPr>
          <a:lstStyle>
            <a:lvl1pPr lvl="0" algn="l">
              <a:lnSpc>
                <a:spcPct val="100000"/>
              </a:lnSpc>
              <a:spcBef>
                <a:spcPts val="0"/>
              </a:spcBef>
              <a:spcAft>
                <a:spcPts val="0"/>
              </a:spcAft>
              <a:buSzPts val="1400"/>
              <a:buNone/>
              <a:defRPr sz="2000" b="1"/>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50" name="Google Shape;50;p11"/>
          <p:cNvSpPr>
            <a:spLocks noGrp="1"/>
          </p:cNvSpPr>
          <p:nvPr>
            <p:ph type="pic" idx="2"/>
          </p:nvPr>
        </p:nvSpPr>
        <p:spPr>
          <a:xfrm>
            <a:off x="8602663" y="2941638"/>
            <a:ext cx="26335037" cy="19750087"/>
          </a:xfrm>
          <a:prstGeom prst="rect">
            <a:avLst/>
          </a:prstGeom>
          <a:noFill/>
          <a:ln>
            <a:noFill/>
          </a:ln>
        </p:spPr>
        <p:txBody>
          <a:bodyPr/>
          <a:lstStyle/>
          <a:p>
            <a:endParaRPr lang="en-US"/>
          </a:p>
        </p:txBody>
      </p:sp>
      <p:sp>
        <p:nvSpPr>
          <p:cNvPr id="51" name="Google Shape;51;p11"/>
          <p:cNvSpPr txBox="1">
            <a:spLocks noGrp="1"/>
          </p:cNvSpPr>
          <p:nvPr>
            <p:ph type="body" idx="1"/>
          </p:nvPr>
        </p:nvSpPr>
        <p:spPr>
          <a:xfrm>
            <a:off x="8602663" y="25763538"/>
            <a:ext cx="26335037" cy="3862387"/>
          </a:xfrm>
          <a:prstGeom prst="rect">
            <a:avLst/>
          </a:prstGeom>
          <a:noFill/>
          <a:ln>
            <a:noFill/>
          </a:ln>
        </p:spPr>
        <p:txBody>
          <a:bodyPr spcFirstLastPara="1" wrap="square" lIns="456400" tIns="456400" rIns="456400" bIns="456400" anchor="t" anchorCtr="0">
            <a:noAutofit/>
          </a:bodyPr>
          <a:lstStyle>
            <a:lvl1pPr marL="457200" lvl="0" indent="-228600" algn="l">
              <a:lnSpc>
                <a:spcPct val="100000"/>
              </a:lnSpc>
              <a:spcBef>
                <a:spcPts val="600"/>
              </a:spcBef>
              <a:spcAft>
                <a:spcPts val="0"/>
              </a:spcAft>
              <a:buClr>
                <a:schemeClr val="dk1"/>
              </a:buClr>
              <a:buSzPts val="1400"/>
              <a:buFont typeface="Arial"/>
              <a:buNone/>
              <a:defRPr sz="1400"/>
            </a:lvl1pPr>
            <a:lvl2pPr marL="914400" lvl="1" indent="-228600" algn="l">
              <a:lnSpc>
                <a:spcPct val="100000"/>
              </a:lnSpc>
              <a:spcBef>
                <a:spcPts val="600"/>
              </a:spcBef>
              <a:spcAft>
                <a:spcPts val="0"/>
              </a:spcAft>
              <a:buClr>
                <a:schemeClr val="dk1"/>
              </a:buClr>
              <a:buSzPts val="1200"/>
              <a:buFont typeface="Arial"/>
              <a:buNone/>
              <a:defRPr sz="1200"/>
            </a:lvl2pPr>
            <a:lvl3pPr marL="1371600" lvl="2" indent="-228600" algn="l">
              <a:lnSpc>
                <a:spcPct val="100000"/>
              </a:lnSpc>
              <a:spcBef>
                <a:spcPts val="600"/>
              </a:spcBef>
              <a:spcAft>
                <a:spcPts val="0"/>
              </a:spcAft>
              <a:buClr>
                <a:schemeClr val="dk1"/>
              </a:buClr>
              <a:buSzPts val="1000"/>
              <a:buFont typeface="Arial"/>
              <a:buNone/>
              <a:defRPr sz="1000"/>
            </a:lvl3pPr>
            <a:lvl4pPr marL="1828800" lvl="3" indent="-228600" algn="l">
              <a:lnSpc>
                <a:spcPct val="100000"/>
              </a:lnSpc>
              <a:spcBef>
                <a:spcPts val="600"/>
              </a:spcBef>
              <a:spcAft>
                <a:spcPts val="0"/>
              </a:spcAft>
              <a:buClr>
                <a:schemeClr val="dk1"/>
              </a:buClr>
              <a:buSzPts val="900"/>
              <a:buFont typeface="Arial"/>
              <a:buNone/>
              <a:defRPr sz="900"/>
            </a:lvl4pPr>
            <a:lvl5pPr marL="2286000" lvl="4" indent="-228600" algn="l">
              <a:lnSpc>
                <a:spcPct val="100000"/>
              </a:lnSpc>
              <a:spcBef>
                <a:spcPts val="600"/>
              </a:spcBef>
              <a:spcAft>
                <a:spcPts val="0"/>
              </a:spcAft>
              <a:buClr>
                <a:schemeClr val="dk1"/>
              </a:buClr>
              <a:buSzPts val="900"/>
              <a:buFont typeface="Arial"/>
              <a:buNone/>
              <a:defRPr sz="900"/>
            </a:lvl5pPr>
            <a:lvl6pPr marL="2743200" lvl="5" indent="-228600" algn="l">
              <a:lnSpc>
                <a:spcPct val="100000"/>
              </a:lnSpc>
              <a:spcBef>
                <a:spcPts val="600"/>
              </a:spcBef>
              <a:spcAft>
                <a:spcPts val="0"/>
              </a:spcAft>
              <a:buClr>
                <a:schemeClr val="dk1"/>
              </a:buClr>
              <a:buSzPts val="900"/>
              <a:buFont typeface="Arial"/>
              <a:buNone/>
              <a:defRPr sz="900"/>
            </a:lvl6pPr>
            <a:lvl7pPr marL="3200400" lvl="6" indent="-228600" algn="l">
              <a:lnSpc>
                <a:spcPct val="100000"/>
              </a:lnSpc>
              <a:spcBef>
                <a:spcPts val="600"/>
              </a:spcBef>
              <a:spcAft>
                <a:spcPts val="0"/>
              </a:spcAft>
              <a:buClr>
                <a:schemeClr val="dk1"/>
              </a:buClr>
              <a:buSzPts val="900"/>
              <a:buFont typeface="Arial"/>
              <a:buNone/>
              <a:defRPr sz="900"/>
            </a:lvl7pPr>
            <a:lvl8pPr marL="3657600" lvl="7" indent="-228600" algn="l">
              <a:lnSpc>
                <a:spcPct val="100000"/>
              </a:lnSpc>
              <a:spcBef>
                <a:spcPts val="600"/>
              </a:spcBef>
              <a:spcAft>
                <a:spcPts val="0"/>
              </a:spcAft>
              <a:buClr>
                <a:schemeClr val="dk1"/>
              </a:buClr>
              <a:buSzPts val="900"/>
              <a:buFont typeface="Arial"/>
              <a:buNone/>
              <a:defRPr sz="900"/>
            </a:lvl8pPr>
            <a:lvl9pPr marL="4114800" lvl="8" indent="-228600" algn="l">
              <a:lnSpc>
                <a:spcPct val="100000"/>
              </a:lnSpc>
              <a:spcBef>
                <a:spcPts val="600"/>
              </a:spcBef>
              <a:spcAft>
                <a:spcPts val="0"/>
              </a:spcAft>
              <a:buClr>
                <a:schemeClr val="dk1"/>
              </a:buClr>
              <a:buSzPts val="900"/>
              <a:buFont typeface="Arial"/>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2"/>
        <p:cNvGrpSpPr/>
        <p:nvPr/>
      </p:nvGrpSpPr>
      <p:grpSpPr>
        <a:xfrm>
          <a:off x="0" y="0"/>
          <a:ext cx="0" cy="0"/>
          <a:chOff x="0" y="0"/>
          <a:chExt cx="0" cy="0"/>
        </a:xfrm>
      </p:grpSpPr>
      <p:sp>
        <p:nvSpPr>
          <p:cNvPr id="53" name="Google Shape;53;p1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54" name="Google Shape;54;p12"/>
          <p:cNvSpPr txBox="1">
            <a:spLocks noGrp="1"/>
          </p:cNvSpPr>
          <p:nvPr>
            <p:ph type="body" idx="1"/>
          </p:nvPr>
        </p:nvSpPr>
        <p:spPr>
          <a:xfrm rot="5400000">
            <a:off x="8149432" y="-1816893"/>
            <a:ext cx="27279600" cy="4219098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rot="5400000">
            <a:off x="21151850" y="11185525"/>
            <a:ext cx="32918400" cy="10547350"/>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r>
              <a:rPr lang="en-US"/>
              <a:t>Click to edit Master title style</a:t>
            </a:r>
            <a:endParaRPr/>
          </a:p>
        </p:txBody>
      </p:sp>
      <p:sp>
        <p:nvSpPr>
          <p:cNvPr id="57" name="Google Shape;57;p13"/>
          <p:cNvSpPr txBox="1">
            <a:spLocks noGrp="1"/>
          </p:cNvSpPr>
          <p:nvPr>
            <p:ph type="body" idx="1"/>
          </p:nvPr>
        </p:nvSpPr>
        <p:spPr>
          <a:xfrm rot="5400000">
            <a:off x="-19843" y="713582"/>
            <a:ext cx="32918400" cy="31491237"/>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type="tx">
  <p:cSld name="TITLE_AND_BODY">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67" name="Google Shape;67;p15"/>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lvl="0" indent="-342900" algn="l">
              <a:lnSpc>
                <a:spcPct val="100000"/>
              </a:lnSpc>
              <a:spcBef>
                <a:spcPts val="600"/>
              </a:spcBef>
              <a:spcAft>
                <a:spcPts val="0"/>
              </a:spcAft>
              <a:buClr>
                <a:schemeClr val="dk1"/>
              </a:buClr>
              <a:buSzPts val="1800"/>
              <a:buChar char="»"/>
              <a:defRPr/>
            </a:lvl1pPr>
            <a:lvl2pPr marL="914400" lvl="1" indent="-342900" algn="l">
              <a:lnSpc>
                <a:spcPct val="100000"/>
              </a:lnSpc>
              <a:spcBef>
                <a:spcPts val="600"/>
              </a:spcBef>
              <a:spcAft>
                <a:spcPts val="0"/>
              </a:spcAft>
              <a:buClr>
                <a:schemeClr val="dk1"/>
              </a:buClr>
              <a:buSzPts val="1800"/>
              <a:buChar char="–"/>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SzPts val="1800"/>
              <a:buChar char="•"/>
              <a:defRPr/>
            </a:lvl6pPr>
            <a:lvl7pPr marL="3200400" lvl="6" indent="-342900" algn="l">
              <a:lnSpc>
                <a:spcPct val="100000"/>
              </a:lnSpc>
              <a:spcBef>
                <a:spcPts val="600"/>
              </a:spcBef>
              <a:spcAft>
                <a:spcPts val="0"/>
              </a:spcAft>
              <a:buSzPts val="1800"/>
              <a:buChar char="•"/>
              <a:defRPr/>
            </a:lvl7pPr>
            <a:lvl8pPr marL="3657600" lvl="7" indent="-342900" algn="l">
              <a:lnSpc>
                <a:spcPct val="100000"/>
              </a:lnSpc>
              <a:spcBef>
                <a:spcPts val="600"/>
              </a:spcBef>
              <a:spcAft>
                <a:spcPts val="0"/>
              </a:spcAft>
              <a:buSzPts val="1800"/>
              <a:buChar char="•"/>
              <a:defRPr/>
            </a:lvl8pPr>
            <a:lvl9pPr marL="4114800" lvl="8" indent="-342900" algn="l">
              <a:lnSpc>
                <a:spcPct val="100000"/>
              </a:lnSpc>
              <a:spcBef>
                <a:spcPts val="600"/>
              </a:spcBef>
              <a:spcAft>
                <a:spcPts val="0"/>
              </a:spcAft>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
        <p:cNvGrpSpPr/>
        <p:nvPr/>
      </p:nvGrpSpPr>
      <p:grpSpPr>
        <a:xfrm>
          <a:off x="0" y="0"/>
          <a:ext cx="0" cy="0"/>
          <a:chOff x="0" y="0"/>
          <a:chExt cx="0" cy="0"/>
        </a:xfrm>
      </p:grpSpPr>
      <p:sp>
        <p:nvSpPr>
          <p:cNvPr id="6" name="Google Shape;6;p2"/>
          <p:cNvSpPr/>
          <p:nvPr/>
        </p:nvSpPr>
        <p:spPr>
          <a:xfrm>
            <a:off x="0" y="0"/>
            <a:ext cx="43891200" cy="4800600"/>
          </a:xfrm>
          <a:prstGeom prst="rect">
            <a:avLst/>
          </a:prstGeom>
          <a:solidFill>
            <a:srgbClr val="003466"/>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7" name="Google Shape;7;p2"/>
          <p:cNvSpPr/>
          <p:nvPr/>
        </p:nvSpPr>
        <p:spPr>
          <a:xfrm>
            <a:off x="693738" y="5638800"/>
            <a:ext cx="9974262"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8" name="Google Shape;8;p2"/>
          <p:cNvSpPr/>
          <p:nvPr/>
        </p:nvSpPr>
        <p:spPr>
          <a:xfrm>
            <a:off x="130628" y="4800600"/>
            <a:ext cx="43662600" cy="242887"/>
          </a:xfrm>
          <a:prstGeom prst="rect">
            <a:avLst/>
          </a:prstGeom>
          <a:solidFill>
            <a:srgbClr val="660000"/>
          </a:solidFill>
          <a:ln w="152400" cap="flat" cmpd="sng">
            <a:solidFill>
              <a:srgbClr val="FF99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9" name="Google Shape;9;p2"/>
          <p:cNvSpPr/>
          <p:nvPr/>
        </p:nvSpPr>
        <p:spPr>
          <a:xfrm>
            <a:off x="609600" y="32445325"/>
            <a:ext cx="2514600" cy="354013"/>
          </a:xfrm>
          <a:prstGeom prst="rect">
            <a:avLst/>
          </a:prstGeom>
          <a:noFill/>
          <a:ln>
            <a:noFill/>
          </a:ln>
        </p:spPr>
        <p:txBody>
          <a:bodyPr spcFirstLastPara="1" wrap="square" lIns="45600" tIns="45600" rIns="45600" bIns="45600" anchor="t" anchorCtr="0">
            <a:noAutofit/>
          </a:bodyPr>
          <a:lstStyle/>
          <a:p>
            <a:pPr marL="0" marR="0" lvl="0" indent="0" algn="l" rtl="0">
              <a:lnSpc>
                <a:spcPct val="65000"/>
              </a:lnSpc>
              <a:spcBef>
                <a:spcPts val="0"/>
              </a:spcBef>
              <a:spcAft>
                <a:spcPts val="0"/>
              </a:spcAft>
              <a:buClr>
                <a:srgbClr val="000000"/>
              </a:buClr>
              <a:buSzPts val="500"/>
              <a:buFont typeface="Arial"/>
              <a:buNone/>
            </a:pPr>
            <a:r>
              <a:rPr lang="en-US" sz="500" b="1" i="0" u="none" strike="noStrike" cap="none">
                <a:solidFill>
                  <a:srgbClr val="808080"/>
                </a:solidFill>
                <a:latin typeface="Arial"/>
                <a:ea typeface="Arial"/>
                <a:cs typeface="Arial"/>
                <a:sym typeface="Arial"/>
              </a:rPr>
              <a:t>TEMPLATE DESIGN © 2008</a:t>
            </a:r>
            <a:endParaRPr sz="1400" b="0" i="0" u="none" strike="noStrike" cap="none">
              <a:solidFill>
                <a:srgbClr val="000000"/>
              </a:solidFill>
              <a:latin typeface="Arial"/>
              <a:ea typeface="Arial"/>
              <a:cs typeface="Arial"/>
              <a:sym typeface="Arial"/>
            </a:endParaRPr>
          </a:p>
          <a:p>
            <a:pPr marL="0" marR="0" lvl="0" indent="0" algn="l" rtl="0">
              <a:lnSpc>
                <a:spcPct val="65000"/>
              </a:lnSpc>
              <a:spcBef>
                <a:spcPts val="600"/>
              </a:spcBef>
              <a:spcAft>
                <a:spcPts val="0"/>
              </a:spcAft>
              <a:buClr>
                <a:srgbClr val="000000"/>
              </a:buClr>
              <a:buSzPts val="1000"/>
              <a:buFont typeface="Arial"/>
              <a:buNone/>
            </a:pPr>
            <a:r>
              <a:rPr lang="en-US" sz="1000" b="1" i="0" u="none" strike="noStrike" cap="none">
                <a:solidFill>
                  <a:srgbClr val="808080"/>
                </a:solidFill>
                <a:latin typeface="Arial"/>
                <a:ea typeface="Arial"/>
                <a:cs typeface="Arial"/>
                <a:sym typeface="Arial"/>
              </a:rPr>
              <a:t>www.PosterPresentations.com</a:t>
            </a:r>
            <a:endParaRPr sz="1400" b="0" i="0" u="none" strike="noStrike" cap="none">
              <a:solidFill>
                <a:srgbClr val="000000"/>
              </a:solidFill>
              <a:latin typeface="Arial"/>
              <a:ea typeface="Arial"/>
              <a:cs typeface="Arial"/>
              <a:sym typeface="Arial"/>
            </a:endParaRPr>
          </a:p>
        </p:txBody>
      </p:sp>
      <p:sp>
        <p:nvSpPr>
          <p:cNvPr id="10" name="Google Shape;10;p2"/>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1" name="Google Shape;11;p2"/>
          <p:cNvSpPr/>
          <p:nvPr/>
        </p:nvSpPr>
        <p:spPr>
          <a:xfrm>
            <a:off x="114903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2" name="Google Shape;12;p2"/>
          <p:cNvSpPr/>
          <p:nvPr/>
        </p:nvSpPr>
        <p:spPr>
          <a:xfrm>
            <a:off x="22272625"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3" name="Google Shape;13;p2"/>
          <p:cNvSpPr/>
          <p:nvPr/>
        </p:nvSpPr>
        <p:spPr>
          <a:xfrm>
            <a:off x="33078738" y="5638800"/>
            <a:ext cx="9982200" cy="26563638"/>
          </a:xfrm>
          <a:prstGeom prst="rect">
            <a:avLst/>
          </a:prstGeom>
          <a:solidFill>
            <a:srgbClr val="FFFFFF"/>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14" name="Google Shape;14;p2"/>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9pPr>
          </a:lstStyle>
          <a:p>
            <a:endParaRPr/>
          </a:p>
        </p:txBody>
      </p:sp>
      <p:sp>
        <p:nvSpPr>
          <p:cNvPr id="15" name="Google Shape;15;p2"/>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6pPr>
            <a:lvl7pPr marL="3200400" marR="0" lvl="6"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7pPr>
            <a:lvl8pPr marL="3657600" marR="0" lvl="7"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8pPr>
            <a:lvl9pPr marL="4114800" marR="0" lvl="8"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AABAC9"/>
        </a:solidFill>
        <a:effectLst/>
      </p:bgPr>
    </p:bg>
    <p:spTree>
      <p:nvGrpSpPr>
        <p:cNvPr id="1" name="Shape 58"/>
        <p:cNvGrpSpPr/>
        <p:nvPr/>
      </p:nvGrpSpPr>
      <p:grpSpPr>
        <a:xfrm>
          <a:off x="0" y="0"/>
          <a:ext cx="0" cy="0"/>
          <a:chOff x="0" y="0"/>
          <a:chExt cx="0" cy="0"/>
        </a:xfrm>
      </p:grpSpPr>
      <p:sp>
        <p:nvSpPr>
          <p:cNvPr id="59" name="Google Shape;59;p14"/>
          <p:cNvSpPr/>
          <p:nvPr/>
        </p:nvSpPr>
        <p:spPr>
          <a:xfrm>
            <a:off x="0" y="0"/>
            <a:ext cx="43891200" cy="4800600"/>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0" name="Google Shape;60;p14"/>
          <p:cNvSpPr/>
          <p:nvPr/>
        </p:nvSpPr>
        <p:spPr>
          <a:xfrm>
            <a:off x="693738" y="5638800"/>
            <a:ext cx="42367200" cy="26563638"/>
          </a:xfrm>
          <a:prstGeom prst="rect">
            <a:avLst/>
          </a:prstGeom>
          <a:solidFill>
            <a:srgbClr val="D7D7D7"/>
          </a:solid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1" name="Google Shape;61;p14"/>
          <p:cNvSpPr/>
          <p:nvPr/>
        </p:nvSpPr>
        <p:spPr>
          <a:xfrm>
            <a:off x="0" y="4800600"/>
            <a:ext cx="43891200" cy="130175"/>
          </a:xfrm>
          <a:prstGeom prst="rect">
            <a:avLst/>
          </a:prstGeom>
          <a:solidFill>
            <a:srgbClr val="660000"/>
          </a:solid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2" name="Google Shape;62;p14"/>
          <p:cNvSpPr/>
          <p:nvPr/>
        </p:nvSpPr>
        <p:spPr>
          <a:xfrm>
            <a:off x="0" y="0"/>
            <a:ext cx="43891200" cy="32918400"/>
          </a:xfrm>
          <a:prstGeom prst="rect">
            <a:avLst/>
          </a:prstGeom>
          <a:noFill/>
          <a:ln w="9525" cap="flat" cmpd="sng">
            <a:solidFill>
              <a:srgbClr val="000000"/>
            </a:solidFill>
            <a:prstDash val="solid"/>
            <a:round/>
            <a:headEnd type="none" w="sm" len="sm"/>
            <a:tailEnd type="none" w="sm" len="sm"/>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Arial"/>
              <a:ea typeface="Arial"/>
              <a:cs typeface="Arial"/>
              <a:sym typeface="Arial"/>
            </a:endParaRPr>
          </a:p>
        </p:txBody>
      </p:sp>
      <p:sp>
        <p:nvSpPr>
          <p:cNvPr id="63" name="Google Shape;63;p14"/>
          <p:cNvSpPr txBox="1">
            <a:spLocks noGrp="1"/>
          </p:cNvSpPr>
          <p:nvPr>
            <p:ph type="title"/>
          </p:nvPr>
        </p:nvSpPr>
        <p:spPr>
          <a:xfrm>
            <a:off x="960438" y="0"/>
            <a:ext cx="41924287" cy="4748213"/>
          </a:xfrm>
          <a:prstGeom prst="rect">
            <a:avLst/>
          </a:prstGeom>
          <a:noFill/>
          <a:ln>
            <a:noFill/>
          </a:ln>
        </p:spPr>
        <p:txBody>
          <a:bodyPr spcFirstLastPara="1" wrap="square" lIns="45600" tIns="45600" rIns="45600" bIns="45600" anchor="ctr" anchorCtr="0">
            <a:noAutofit/>
          </a:bodyPr>
          <a:lstStyle>
            <a:lvl1pPr marR="0" lvl="0"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1pPr>
            <a:lvl2pPr marR="0" lvl="1"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2pPr>
            <a:lvl3pPr marR="0" lvl="2"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3pPr>
            <a:lvl4pPr marR="0" lvl="3"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4pPr>
            <a:lvl5pPr marR="0" lvl="4" algn="ctr" rtl="0">
              <a:lnSpc>
                <a:spcPct val="100000"/>
              </a:lnSpc>
              <a:spcBef>
                <a:spcPts val="0"/>
              </a:spcBef>
              <a:spcAft>
                <a:spcPts val="0"/>
              </a:spcAft>
              <a:buClr>
                <a:srgbClr val="000000"/>
              </a:buClr>
              <a:buSzPts val="1400"/>
              <a:buFont typeface="Arial"/>
              <a:buNone/>
              <a:defRPr sz="8600" b="0" i="0" u="none" strike="noStrike" cap="none">
                <a:solidFill>
                  <a:schemeClr val="dk2"/>
                </a:solidFill>
                <a:latin typeface="Arial Black"/>
                <a:ea typeface="Arial Black"/>
                <a:cs typeface="Arial Black"/>
                <a:sym typeface="Arial Black"/>
              </a:defRPr>
            </a:lvl5pPr>
            <a:lvl6pPr marR="0" lvl="5"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6pPr>
            <a:lvl7pPr marR="0" lvl="6"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7pPr>
            <a:lvl8pPr marR="0" lvl="7"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8pPr>
            <a:lvl9pPr marR="0" lvl="8" algn="ctr" rtl="0">
              <a:lnSpc>
                <a:spcPct val="100000"/>
              </a:lnSpc>
              <a:spcBef>
                <a:spcPts val="0"/>
              </a:spcBef>
              <a:spcAft>
                <a:spcPts val="0"/>
              </a:spcAft>
              <a:buClr>
                <a:srgbClr val="000000"/>
              </a:buClr>
              <a:buSzPts val="1400"/>
              <a:buFont typeface="Arial"/>
              <a:buNone/>
              <a:defRPr sz="8600" b="0" i="0" u="none" strike="noStrike" cap="none">
                <a:solidFill>
                  <a:srgbClr val="000000"/>
                </a:solidFill>
                <a:latin typeface="Arial Black"/>
                <a:ea typeface="Arial Black"/>
                <a:cs typeface="Arial Black"/>
                <a:sym typeface="Arial Black"/>
              </a:defRPr>
            </a:lvl9pPr>
          </a:lstStyle>
          <a:p>
            <a:endParaRPr/>
          </a:p>
        </p:txBody>
      </p:sp>
      <p:sp>
        <p:nvSpPr>
          <p:cNvPr id="64" name="Google Shape;64;p14"/>
          <p:cNvSpPr txBox="1">
            <a:spLocks noGrp="1"/>
          </p:cNvSpPr>
          <p:nvPr>
            <p:ph type="body" idx="1"/>
          </p:nvPr>
        </p:nvSpPr>
        <p:spPr>
          <a:xfrm>
            <a:off x="693738" y="5638800"/>
            <a:ext cx="42190987" cy="27279600"/>
          </a:xfrm>
          <a:prstGeom prst="rect">
            <a:avLst/>
          </a:prstGeom>
          <a:noFill/>
          <a:ln>
            <a:noFill/>
          </a:ln>
        </p:spPr>
        <p:txBody>
          <a:bodyPr spcFirstLastPara="1" wrap="square" lIns="456400" tIns="456400" rIns="456400" bIns="456400" anchor="t" anchorCtr="0">
            <a:noAutofit/>
          </a:bodyPr>
          <a:lstStyle>
            <a:lvl1pPr marL="457200" marR="0" lvl="0"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1pPr>
            <a:lvl2pPr marL="914400" marR="0" lvl="1"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2pPr>
            <a:lvl3pPr marL="1371600" marR="0" lvl="2"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3pPr>
            <a:lvl4pPr marL="1828800" marR="0" lvl="3"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4pPr>
            <a:lvl5pPr marL="2286000" marR="0" lvl="4" indent="-412750" algn="l" rtl="0">
              <a:lnSpc>
                <a:spcPct val="100000"/>
              </a:lnSpc>
              <a:spcBef>
                <a:spcPts val="600"/>
              </a:spcBef>
              <a:spcAft>
                <a:spcPts val="0"/>
              </a:spcAft>
              <a:buClr>
                <a:schemeClr val="dk1"/>
              </a:buClr>
              <a:buSzPts val="2900"/>
              <a:buFont typeface="Arial"/>
              <a:buChar char="»"/>
              <a:defRPr sz="2900" b="0" i="0" u="none" strike="noStrike" cap="none">
                <a:solidFill>
                  <a:schemeClr val="dk1"/>
                </a:solidFill>
                <a:latin typeface="Arial"/>
                <a:ea typeface="Arial"/>
                <a:cs typeface="Arial"/>
                <a:sym typeface="Arial"/>
              </a:defRPr>
            </a:lvl5pPr>
            <a:lvl6pPr marL="2743200" marR="0" lvl="5"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6pPr>
            <a:lvl7pPr marL="3200400" marR="0" lvl="6"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7pPr>
            <a:lvl8pPr marL="3657600" marR="0" lvl="7"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8pPr>
            <a:lvl9pPr marL="4114800" marR="0" lvl="8" indent="-412750" algn="l" rtl="0">
              <a:lnSpc>
                <a:spcPct val="100000"/>
              </a:lnSpc>
              <a:spcBef>
                <a:spcPts val="600"/>
              </a:spcBef>
              <a:spcAft>
                <a:spcPts val="0"/>
              </a:spcAft>
              <a:buClr>
                <a:srgbClr val="000000"/>
              </a:buClr>
              <a:buSzPts val="2900"/>
              <a:buFont typeface="Arial"/>
              <a:buChar char="•"/>
              <a:defRPr sz="29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g"/><Relationship Id="rId7"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image" Target="../media/image2.jpeg"/><Relationship Id="rId4" Type="http://schemas.openxmlformats.org/officeDocument/2006/relationships/hyperlink" Target="mailto:Victor.Govindaswamy@cuchicago.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2B2B2"/>
        </a:solidFill>
        <a:effectLst/>
      </p:bgPr>
    </p:bg>
    <p:spTree>
      <p:nvGrpSpPr>
        <p:cNvPr id="1" name="Shape 71"/>
        <p:cNvGrpSpPr/>
        <p:nvPr/>
      </p:nvGrpSpPr>
      <p:grpSpPr>
        <a:xfrm>
          <a:off x="0" y="0"/>
          <a:ext cx="0" cy="0"/>
          <a:chOff x="0" y="0"/>
          <a:chExt cx="0" cy="0"/>
        </a:xfrm>
      </p:grpSpPr>
      <p:sp>
        <p:nvSpPr>
          <p:cNvPr id="72" name="Google Shape;72;p1"/>
          <p:cNvSpPr/>
          <p:nvPr/>
        </p:nvSpPr>
        <p:spPr>
          <a:xfrm>
            <a:off x="22275800" y="15700404"/>
            <a:ext cx="99891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Comparison Matrix</a:t>
            </a:r>
            <a:endParaRPr sz="3600" i="0" u="none" strike="noStrike" cap="none" dirty="0">
              <a:solidFill>
                <a:srgbClr val="000000"/>
              </a:solidFill>
              <a:latin typeface="Garamond"/>
              <a:ea typeface="Garamond"/>
              <a:cs typeface="Garamond"/>
              <a:sym typeface="Garamond"/>
            </a:endParaRPr>
          </a:p>
        </p:txBody>
      </p:sp>
      <p:sp>
        <p:nvSpPr>
          <p:cNvPr id="73" name="Google Shape;73;p1"/>
          <p:cNvSpPr/>
          <p:nvPr/>
        </p:nvSpPr>
        <p:spPr>
          <a:xfrm>
            <a:off x="22281800" y="5635325"/>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Real-World Application 2: Healthcare Software (Epic Systems)</a:t>
            </a:r>
            <a:endParaRPr sz="3600" i="0" u="none" strike="noStrike" cap="none" dirty="0">
              <a:solidFill>
                <a:srgbClr val="000000"/>
              </a:solidFill>
              <a:latin typeface="Garamond"/>
              <a:ea typeface="Garamond"/>
              <a:cs typeface="Garamond"/>
              <a:sym typeface="Garamond"/>
            </a:endParaRPr>
          </a:p>
        </p:txBody>
      </p:sp>
      <p:pic>
        <p:nvPicPr>
          <p:cNvPr id="74" name="Google Shape;74;p1"/>
          <p:cNvPicPr preferRelativeResize="0"/>
          <p:nvPr/>
        </p:nvPicPr>
        <p:blipFill rotWithShape="1">
          <a:blip r:embed="rId3">
            <a:alphaModFix/>
          </a:blip>
          <a:srcRect/>
          <a:stretch/>
        </p:blipFill>
        <p:spPr>
          <a:xfrm>
            <a:off x="37315153" y="621750"/>
            <a:ext cx="6083696" cy="3967800"/>
          </a:xfrm>
          <a:prstGeom prst="rect">
            <a:avLst/>
          </a:prstGeom>
          <a:noFill/>
          <a:ln>
            <a:noFill/>
          </a:ln>
        </p:spPr>
      </p:pic>
      <p:sp>
        <p:nvSpPr>
          <p:cNvPr id="75" name="Google Shape;75;p1"/>
          <p:cNvSpPr/>
          <p:nvPr/>
        </p:nvSpPr>
        <p:spPr>
          <a:xfrm>
            <a:off x="33055050" y="5635325"/>
            <a:ext cx="99891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Original Software Engineering Visuals</a:t>
            </a:r>
            <a:endParaRPr sz="3600" i="0" u="none" strike="noStrike" cap="none" dirty="0">
              <a:solidFill>
                <a:srgbClr val="000000"/>
              </a:solidFill>
              <a:latin typeface="Garamond"/>
              <a:ea typeface="Garamond"/>
              <a:cs typeface="Garamond"/>
              <a:sym typeface="Garamond"/>
            </a:endParaRPr>
          </a:p>
        </p:txBody>
      </p:sp>
      <p:sp>
        <p:nvSpPr>
          <p:cNvPr id="76" name="Google Shape;76;p1"/>
          <p:cNvSpPr txBox="1"/>
          <p:nvPr/>
        </p:nvSpPr>
        <p:spPr>
          <a:xfrm>
            <a:off x="696409" y="6205102"/>
            <a:ext cx="9982200" cy="1141847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Field</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This study presents a comparative software engineering evaluation examining how process models apply to two distinct domain case studies: Shopify (a high-volume commercial e-commerce platform) and Epic Systems (a safety-critical healthcare Electronic Health Record system). The analysis evaluates how software specification, design/implementation, validation, and evolution function across fast-paced commercial and heavily regulated healthcare environments. While Shopify’s documented practices leverage microservices, automated continuous integration/continuous deployment (CI/CD) pipelines, and real-time cloud releases for continuous feature delivery, healthcare platforms like Epic Systems combine iterative internal development with structured plan-driven phase gates, Change Control Board (CCB) oversight, and multi-tier clinical simulation. This comparative study highlights how team workflows adapt to system reliability, security, and regulatory constraints</a:t>
            </a:r>
          </a:p>
          <a:p>
            <a:pPr marL="0" lvl="0" indent="0" algn="l" rtl="0">
              <a:lnSpc>
                <a:spcPct val="115000"/>
              </a:lnSpc>
              <a:spcBef>
                <a:spcPts val="0"/>
              </a:spcBef>
              <a:spcAft>
                <a:spcPts val="0"/>
              </a:spcAft>
              <a:buClr>
                <a:schemeClr val="dk1"/>
              </a:buClr>
              <a:buSzPts val="1100"/>
              <a:buFont typeface="Arial"/>
              <a:buNone/>
            </a:pPr>
            <a:endParaRPr lang="en-US" sz="3200" dirty="0">
              <a:solidFill>
                <a:schemeClr val="dk1"/>
              </a:solidFill>
              <a:highlight>
                <a:srgbClr val="FFFFFF"/>
              </a:highlight>
              <a:latin typeface="Garamond" panose="02020404030301010803" pitchFamily="18" charset="0"/>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lang="en-US" sz="3200" dirty="0">
              <a:solidFill>
                <a:schemeClr val="dk1"/>
              </a:solidFill>
              <a:highlight>
                <a:srgbClr val="FFFFFF"/>
              </a:highlight>
              <a:latin typeface="Garamond" panose="02020404030301010803" pitchFamily="18" charset="0"/>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3200" dirty="0">
              <a:solidFill>
                <a:schemeClr val="dk1"/>
              </a:solidFill>
              <a:highlight>
                <a:srgbClr val="FFFFFF"/>
              </a:highlight>
              <a:latin typeface="Garamond" panose="02020404030301010803" pitchFamily="18" charset="0"/>
              <a:ea typeface="Times New Roman"/>
              <a:cs typeface="Times New Roman"/>
              <a:sym typeface="Times New Roman"/>
            </a:endParaRPr>
          </a:p>
        </p:txBody>
      </p:sp>
      <p:sp>
        <p:nvSpPr>
          <p:cNvPr id="78" name="Google Shape;78;p1"/>
          <p:cNvSpPr txBox="1"/>
          <p:nvPr/>
        </p:nvSpPr>
        <p:spPr>
          <a:xfrm>
            <a:off x="6509400" y="184500"/>
            <a:ext cx="30872400" cy="4816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800"/>
              <a:buFont typeface="Arial"/>
              <a:buNone/>
            </a:pPr>
            <a:r>
              <a:rPr lang="en-US" sz="7200" b="1" dirty="0">
                <a:solidFill>
                  <a:srgbClr val="FFFFFF"/>
                </a:solidFill>
                <a:latin typeface="Garamond" panose="02020404030301010803" pitchFamily="18" charset="0"/>
              </a:rPr>
              <a:t>Comparative Software Engineering Process Analysis: Modern E-Commerce Platforms vs. Safety-Critical Healthcare Systems</a:t>
            </a:r>
          </a:p>
          <a:p>
            <a:pPr marL="0" marR="0" lvl="0" indent="0" algn="ctr" rtl="0">
              <a:lnSpc>
                <a:spcPct val="100000"/>
              </a:lnSpc>
              <a:spcBef>
                <a:spcPts val="0"/>
              </a:spcBef>
              <a:spcAft>
                <a:spcPts val="0"/>
              </a:spcAft>
              <a:buClr>
                <a:srgbClr val="000000"/>
              </a:buClr>
              <a:buSzPts val="5800"/>
              <a:buFont typeface="Arial"/>
              <a:buNone/>
            </a:pPr>
            <a:r>
              <a:rPr lang="en-US" sz="5400" b="1" i="0" u="none" strike="noStrike" cap="none" dirty="0">
                <a:solidFill>
                  <a:srgbClr val="FFFFFF"/>
                </a:solidFill>
                <a:latin typeface="Garamond" panose="02020404030301010803" pitchFamily="18" charset="0"/>
                <a:sym typeface="Arial"/>
              </a:rPr>
              <a:t>Yino Alva</a:t>
            </a:r>
            <a:endParaRPr sz="11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2400"/>
              </a:spcBef>
              <a:spcAft>
                <a:spcPts val="0"/>
              </a:spcAft>
              <a:buClr>
                <a:srgbClr val="000000"/>
              </a:buClr>
              <a:buSzPts val="4300"/>
              <a:buFont typeface="Arial"/>
              <a:buNone/>
            </a:pPr>
            <a:r>
              <a:rPr lang="en-US" sz="4300" b="1" i="0" u="none" strike="noStrike" cap="none" dirty="0">
                <a:solidFill>
                  <a:srgbClr val="FFFFFF"/>
                </a:solidFill>
                <a:latin typeface="Garamond" panose="02020404030301010803" pitchFamily="18" charset="0"/>
                <a:sym typeface="Arial"/>
              </a:rPr>
              <a:t>Faculty Advisor: Dr. Victor Govindaswamy</a:t>
            </a:r>
            <a:endParaRPr sz="900" b="0" i="0" u="none" strike="noStrike" cap="none" dirty="0">
              <a:solidFill>
                <a:srgbClr val="000000"/>
              </a:solidFill>
              <a:latin typeface="Garamond" panose="02020404030301010803" pitchFamily="18" charset="0"/>
              <a:sym typeface="Arial"/>
            </a:endParaRPr>
          </a:p>
          <a:p>
            <a:pPr marL="0" marR="0" lvl="0" indent="0" algn="ctr" rtl="0">
              <a:lnSpc>
                <a:spcPct val="100000"/>
              </a:lnSpc>
              <a:spcBef>
                <a:spcPts val="1800"/>
              </a:spcBef>
              <a:spcAft>
                <a:spcPts val="0"/>
              </a:spcAft>
              <a:buClr>
                <a:srgbClr val="000000"/>
              </a:buClr>
              <a:buSzPts val="3100"/>
              <a:buFont typeface="Arial"/>
              <a:buNone/>
            </a:pPr>
            <a:r>
              <a:rPr lang="en-US" sz="3100" b="1" i="0" u="none" strike="noStrike" cap="none" dirty="0">
                <a:solidFill>
                  <a:srgbClr val="FFFFFF"/>
                </a:solidFill>
                <a:latin typeface="Garamond" panose="02020404030301010803" pitchFamily="18" charset="0"/>
                <a:sym typeface="Arial"/>
              </a:rPr>
              <a:t>Concordia University Chicago</a:t>
            </a:r>
            <a:endParaRPr sz="900" b="0" i="0" u="none" strike="noStrike" cap="none" dirty="0">
              <a:solidFill>
                <a:srgbClr val="000000"/>
              </a:solidFill>
              <a:latin typeface="Garamond" panose="02020404030301010803" pitchFamily="18" charset="0"/>
              <a:sym typeface="Arial"/>
            </a:endParaRPr>
          </a:p>
        </p:txBody>
      </p:sp>
      <p:sp>
        <p:nvSpPr>
          <p:cNvPr id="84" name="Google Shape;84;p1"/>
          <p:cNvSpPr/>
          <p:nvPr/>
        </p:nvSpPr>
        <p:spPr>
          <a:xfrm>
            <a:off x="33061800" y="26800925"/>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a:solidFill>
                  <a:srgbClr val="F8F8F8"/>
                </a:solidFill>
                <a:latin typeface="Garamond"/>
                <a:ea typeface="Garamond"/>
                <a:cs typeface="Garamond"/>
                <a:sym typeface="Garamond"/>
              </a:rPr>
              <a:t>Contacts</a:t>
            </a:r>
            <a:endParaRPr sz="3600" i="0" u="none" strike="noStrike" cap="none">
              <a:solidFill>
                <a:srgbClr val="000000"/>
              </a:solidFill>
              <a:latin typeface="Garamond"/>
              <a:ea typeface="Garamond"/>
              <a:cs typeface="Garamond"/>
              <a:sym typeface="Garamond"/>
            </a:endParaRPr>
          </a:p>
        </p:txBody>
      </p:sp>
      <p:sp>
        <p:nvSpPr>
          <p:cNvPr id="87" name="Google Shape;87;p1"/>
          <p:cNvSpPr txBox="1"/>
          <p:nvPr/>
        </p:nvSpPr>
        <p:spPr>
          <a:xfrm>
            <a:off x="22291191" y="6222680"/>
            <a:ext cx="9960000" cy="907937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400" b="1" dirty="0">
                <a:latin typeface="Garamond"/>
                <a:ea typeface="Garamond"/>
                <a:cs typeface="Garamond"/>
                <a:sym typeface="Garamond"/>
              </a:rPr>
              <a:t>Company &amp; System</a:t>
            </a:r>
            <a:r>
              <a:rPr lang="en-US" sz="3400" dirty="0">
                <a:latin typeface="Garamond"/>
                <a:ea typeface="Garamond"/>
                <a:cs typeface="Garamond"/>
                <a:sym typeface="Garamond"/>
              </a:rPr>
              <a:t>: Epic Systems Corporation — EpicCare Electronic Health Record (EHR) System. </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400" b="1" dirty="0">
                <a:latin typeface="Garamond"/>
                <a:ea typeface="Garamond"/>
                <a:cs typeface="Garamond"/>
                <a:sym typeface="Garamond"/>
              </a:rPr>
              <a:t>Users &amp; Purpose</a:t>
            </a:r>
            <a:r>
              <a:rPr lang="en-US" sz="3400" dirty="0">
                <a:latin typeface="Garamond"/>
                <a:ea typeface="Garamond"/>
                <a:cs typeface="Garamond"/>
                <a:sym typeface="Garamond"/>
              </a:rPr>
              <a:t>: Doctors, nurses, pharmacists, and medical staff; manages clinical workflows, patient records, and prescription orders. </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400" b="1" dirty="0">
                <a:latin typeface="Garamond"/>
                <a:ea typeface="Garamond"/>
                <a:cs typeface="Garamond"/>
                <a:sym typeface="Garamond"/>
              </a:rPr>
              <a:t>Development Approach</a:t>
            </a:r>
            <a:r>
              <a:rPr lang="en-US" sz="3400" dirty="0">
                <a:latin typeface="Garamond"/>
                <a:ea typeface="Garamond"/>
                <a:cs typeface="Garamond"/>
                <a:sym typeface="Garamond"/>
              </a:rPr>
              <a:t>: Plan-Driven / Safety-Critical Waterfall Hybrid. </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400" b="1" dirty="0">
                <a:latin typeface="Garamond"/>
                <a:ea typeface="Garamond"/>
                <a:cs typeface="Garamond"/>
                <a:sym typeface="Garamond"/>
              </a:rPr>
              <a:t>Testing &amp; Validation</a:t>
            </a:r>
            <a:r>
              <a:rPr lang="en-US" sz="3400" dirty="0">
                <a:latin typeface="Garamond"/>
                <a:ea typeface="Garamond"/>
                <a:cs typeface="Garamond"/>
                <a:sym typeface="Garamond"/>
              </a:rPr>
              <a:t>: Multi-tier clinical simulation testing, strict role-based access verification, and formal HIPAA/FDA compliance audits. </a:t>
            </a:r>
          </a:p>
          <a:p>
            <a:pPr marL="0" marR="0" lvl="0" indent="0" algn="l" rtl="0">
              <a:lnSpc>
                <a:spcPct val="100000"/>
              </a:lnSpc>
              <a:spcBef>
                <a:spcPts val="0"/>
              </a:spcBef>
              <a:spcAft>
                <a:spcPts val="0"/>
              </a:spcAft>
              <a:buClr>
                <a:srgbClr val="000000"/>
              </a:buClr>
              <a:buSzPts val="2900"/>
              <a:buFont typeface="Arial"/>
              <a:buNone/>
            </a:pPr>
            <a:endParaRPr lang="en-US" sz="34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400" b="1" dirty="0">
                <a:latin typeface="Garamond"/>
                <a:ea typeface="Garamond"/>
                <a:cs typeface="Garamond"/>
                <a:sym typeface="Garamond"/>
              </a:rPr>
              <a:t>Deployment &amp; Evolution</a:t>
            </a:r>
            <a:r>
              <a:rPr lang="en-US" sz="3400" dirty="0">
                <a:latin typeface="Garamond"/>
                <a:ea typeface="Garamond"/>
                <a:cs typeface="Garamond"/>
                <a:sym typeface="Garamond"/>
              </a:rPr>
              <a:t>: Scheduled institutional release cycles (quarterly/annual), with patches governed by formal Change Control Boards (CCB).</a:t>
            </a:r>
          </a:p>
        </p:txBody>
      </p:sp>
      <p:sp>
        <p:nvSpPr>
          <p:cNvPr id="94" name="Google Shape;94;p1"/>
          <p:cNvSpPr txBox="1"/>
          <p:nvPr/>
        </p:nvSpPr>
        <p:spPr>
          <a:xfrm>
            <a:off x="33099701" y="27337651"/>
            <a:ext cx="9749700" cy="4833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Bioinformatics And Technology Laboratory (BAT Lab)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r>
              <a:rPr lang="en-US" sz="2800" b="1" dirty="0">
                <a:solidFill>
                  <a:schemeClr val="dk1"/>
                </a:solidFill>
                <a:latin typeface="Garamond"/>
                <a:ea typeface="Garamond"/>
                <a:cs typeface="Garamond"/>
                <a:sym typeface="Garamond"/>
              </a:rPr>
              <a:t>Programming Application Implementation and Design (PAID)</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Computer Science Department (CSC@CUC)</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Member</a:t>
            </a:r>
            <a:r>
              <a:rPr lang="en-US" sz="2800" b="1" dirty="0">
                <a:solidFill>
                  <a:schemeClr val="dk1"/>
                </a:solidFill>
                <a:latin typeface="Garamond"/>
                <a:ea typeface="Garamond"/>
                <a:cs typeface="Garamond"/>
                <a:sym typeface="Garamond"/>
              </a:rPr>
              <a:t>s:</a:t>
            </a:r>
            <a:r>
              <a:rPr lang="en-US" sz="2800" i="0" u="none" strike="noStrike" cap="none" dirty="0">
                <a:solidFill>
                  <a:schemeClr val="dk1"/>
                </a:solidFill>
                <a:latin typeface="Garamond"/>
                <a:ea typeface="Garamond"/>
                <a:cs typeface="Garamond"/>
                <a:sym typeface="Garamond"/>
              </a:rPr>
              <a:t> 	</a:t>
            </a:r>
            <a:r>
              <a:rPr lang="en-US" sz="2800" dirty="0">
                <a:solidFill>
                  <a:schemeClr val="dk1"/>
                </a:solidFill>
                <a:latin typeface="Garamond"/>
                <a:ea typeface="Garamond"/>
                <a:cs typeface="Garamond"/>
                <a:sym typeface="Garamond"/>
              </a:rPr>
              <a:t>Yino Alva</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Advisor: 	</a:t>
            </a:r>
            <a:r>
              <a:rPr lang="en-US" sz="2800" i="0" u="none" strike="noStrike" cap="none" dirty="0">
                <a:solidFill>
                  <a:schemeClr val="dk1"/>
                </a:solidFill>
                <a:latin typeface="Garamond"/>
                <a:ea typeface="Garamond"/>
                <a:cs typeface="Garamond"/>
                <a:sym typeface="Garamond"/>
              </a:rPr>
              <a:t>Dr Visvasuresh (Victor) Govindaswamy</a:t>
            </a:r>
            <a:endParaRPr sz="2800" i="0" u="none" strike="noStrike" cap="none" dirty="0">
              <a:solidFill>
                <a:srgbClr val="000000"/>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Email:</a:t>
            </a:r>
            <a:r>
              <a:rPr lang="en-US" sz="2800" i="0" u="none" strike="noStrike" cap="none" dirty="0">
                <a:solidFill>
                  <a:schemeClr val="dk1"/>
                </a:solidFill>
                <a:latin typeface="Garamond"/>
                <a:ea typeface="Garamond"/>
                <a:cs typeface="Garamond"/>
                <a:sym typeface="Garamond"/>
              </a:rPr>
              <a:t> 	Victor.Govindaswamy@cuchicago.edu</a:t>
            </a:r>
            <a:r>
              <a:rPr lang="en-US" sz="2800" i="0" u="sng" strike="noStrike" cap="none" dirty="0">
                <a:solidFill>
                  <a:schemeClr val="hlink"/>
                </a:solidFill>
                <a:latin typeface="Garamond"/>
                <a:ea typeface="Garamond"/>
                <a:cs typeface="Garamond"/>
                <a:sym typeface="Garamond"/>
                <a:hlinkClick r:id="rId4"/>
              </a:rPr>
              <a:t> </a:t>
            </a:r>
            <a:endParaRPr sz="2800" i="0" u="none" strike="noStrike" cap="none" dirty="0">
              <a:solidFill>
                <a:schemeClr val="dk1"/>
              </a:solidFill>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2800" b="1" i="0" u="none" strike="noStrike" cap="none" dirty="0">
                <a:solidFill>
                  <a:schemeClr val="dk1"/>
                </a:solidFill>
                <a:latin typeface="Garamond"/>
                <a:ea typeface="Garamond"/>
                <a:cs typeface="Garamond"/>
                <a:sym typeface="Garamond"/>
              </a:rPr>
              <a:t>Address:</a:t>
            </a:r>
            <a:r>
              <a:rPr lang="en-US" sz="2800" i="0" u="none" strike="noStrike" cap="none" dirty="0">
                <a:solidFill>
                  <a:schemeClr val="dk1"/>
                </a:solidFill>
                <a:latin typeface="Garamond"/>
                <a:ea typeface="Garamond"/>
                <a:cs typeface="Garamond"/>
                <a:sym typeface="Garamond"/>
              </a:rPr>
              <a:t> 	Concordia Chicago University</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7400 Augusta Street</a:t>
            </a:r>
            <a:br>
              <a:rPr lang="en-US" sz="2800" i="0" u="none" strike="noStrike" cap="none" dirty="0">
                <a:solidFill>
                  <a:schemeClr val="dk1"/>
                </a:solidFill>
                <a:latin typeface="Garamond"/>
                <a:ea typeface="Garamond"/>
                <a:cs typeface="Garamond"/>
                <a:sym typeface="Garamond"/>
              </a:rPr>
            </a:br>
            <a:r>
              <a:rPr lang="en-US" sz="2800" i="0" u="none" strike="noStrike" cap="none" dirty="0">
                <a:solidFill>
                  <a:schemeClr val="dk1"/>
                </a:solidFill>
                <a:latin typeface="Garamond"/>
                <a:ea typeface="Garamond"/>
                <a:cs typeface="Garamond"/>
                <a:sym typeface="Garamond"/>
              </a:rPr>
              <a:t>		River Forest, IL, 6030</a:t>
            </a:r>
            <a:r>
              <a:rPr lang="en-US" sz="2800" dirty="0">
                <a:solidFill>
                  <a:schemeClr val="dk1"/>
                </a:solidFill>
                <a:latin typeface="Garamond"/>
                <a:ea typeface="Garamond"/>
                <a:cs typeface="Garamond"/>
                <a:sym typeface="Garamond"/>
              </a:rPr>
              <a:t>5</a:t>
            </a:r>
            <a:r>
              <a:rPr lang="en-US" sz="2800" i="0" u="none" strike="noStrike" cap="none" dirty="0">
                <a:solidFill>
                  <a:schemeClr val="dk1"/>
                </a:solidFill>
                <a:latin typeface="Garamond"/>
                <a:ea typeface="Garamond"/>
                <a:cs typeface="Garamond"/>
                <a:sym typeface="Garamond"/>
              </a:rPr>
              <a:t>-1499</a:t>
            </a:r>
            <a:endParaRPr sz="2800" i="0" u="none" strike="noStrike" cap="none" dirty="0">
              <a:solidFill>
                <a:srgbClr val="000000"/>
              </a:solidFill>
              <a:latin typeface="Garamond"/>
              <a:ea typeface="Garamond"/>
              <a:cs typeface="Garamond"/>
              <a:sym typeface="Garamond"/>
            </a:endParaRPr>
          </a:p>
        </p:txBody>
      </p:sp>
      <p:sp>
        <p:nvSpPr>
          <p:cNvPr id="124" name="Google Shape;124;p1"/>
          <p:cNvSpPr/>
          <p:nvPr/>
        </p:nvSpPr>
        <p:spPr>
          <a:xfrm>
            <a:off x="686100" y="5638875"/>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Abstract</a:t>
            </a:r>
            <a:endParaRPr sz="3600" i="0" u="none" strike="noStrike" cap="none" dirty="0">
              <a:solidFill>
                <a:srgbClr val="000000"/>
              </a:solidFill>
              <a:latin typeface="Garamond"/>
              <a:ea typeface="Garamond"/>
              <a:cs typeface="Garamond"/>
              <a:sym typeface="Garamond"/>
            </a:endParaRPr>
          </a:p>
        </p:txBody>
      </p:sp>
      <p:pic>
        <p:nvPicPr>
          <p:cNvPr id="2" name="Picture 1" descr="CSCUCV1Big.jpg">
            <a:extLst>
              <a:ext uri="{FF2B5EF4-FFF2-40B4-BE49-F238E27FC236}">
                <a16:creationId xmlns:a16="http://schemas.microsoft.com/office/drawing/2014/main" id="{187345C8-ABC2-0BF8-5280-A751B488195A}"/>
              </a:ext>
            </a:extLst>
          </p:cNvPr>
          <p:cNvPicPr>
            <a:picLocks noChangeAspect="1"/>
          </p:cNvPicPr>
          <p:nvPr/>
        </p:nvPicPr>
        <p:blipFill>
          <a:blip r:embed="rId5" cstate="print"/>
          <a:stretch>
            <a:fillRect/>
          </a:stretch>
        </p:blipFill>
        <p:spPr>
          <a:xfrm>
            <a:off x="9297251" y="1771965"/>
            <a:ext cx="1849898" cy="2390475"/>
          </a:xfrm>
          <a:prstGeom prst="rect">
            <a:avLst/>
          </a:prstGeom>
        </p:spPr>
      </p:pic>
      <p:pic>
        <p:nvPicPr>
          <p:cNvPr id="3" name="Picture 2" descr="CSCUCV1Big.jpg">
            <a:extLst>
              <a:ext uri="{FF2B5EF4-FFF2-40B4-BE49-F238E27FC236}">
                <a16:creationId xmlns:a16="http://schemas.microsoft.com/office/drawing/2014/main" id="{10133330-F11B-8F00-F989-4A0B9CEB07DB}"/>
              </a:ext>
            </a:extLst>
          </p:cNvPr>
          <p:cNvPicPr>
            <a:picLocks noChangeAspect="1"/>
          </p:cNvPicPr>
          <p:nvPr/>
        </p:nvPicPr>
        <p:blipFill>
          <a:blip r:embed="rId5" cstate="print"/>
          <a:stretch>
            <a:fillRect/>
          </a:stretch>
        </p:blipFill>
        <p:spPr>
          <a:xfrm>
            <a:off x="33120236" y="1771965"/>
            <a:ext cx="1849898" cy="2390475"/>
          </a:xfrm>
          <a:prstGeom prst="rect">
            <a:avLst/>
          </a:prstGeom>
        </p:spPr>
      </p:pic>
      <p:sp>
        <p:nvSpPr>
          <p:cNvPr id="4" name="Google Shape;82;p1">
            <a:extLst>
              <a:ext uri="{FF2B5EF4-FFF2-40B4-BE49-F238E27FC236}">
                <a16:creationId xmlns:a16="http://schemas.microsoft.com/office/drawing/2014/main" id="{A7067EA1-8ACC-9755-78B2-6033F072FAEC}"/>
              </a:ext>
            </a:extLst>
          </p:cNvPr>
          <p:cNvSpPr/>
          <p:nvPr/>
        </p:nvSpPr>
        <p:spPr>
          <a:xfrm>
            <a:off x="11487550" y="5638875"/>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 Software Process Concepts</a:t>
            </a:r>
            <a:endParaRPr sz="3600" i="0" u="none" strike="noStrike" cap="none" dirty="0">
              <a:solidFill>
                <a:srgbClr val="000000"/>
              </a:solidFill>
              <a:latin typeface="Garamond"/>
              <a:ea typeface="Garamond"/>
              <a:cs typeface="Garamond"/>
              <a:sym typeface="Garamond"/>
            </a:endParaRPr>
          </a:p>
        </p:txBody>
      </p:sp>
      <p:sp>
        <p:nvSpPr>
          <p:cNvPr id="7" name="Google Shape;120;p1">
            <a:extLst>
              <a:ext uri="{FF2B5EF4-FFF2-40B4-BE49-F238E27FC236}">
                <a16:creationId xmlns:a16="http://schemas.microsoft.com/office/drawing/2014/main" id="{CF902758-C0F6-DC71-8FC4-DD4B62C77BBA}"/>
              </a:ext>
            </a:extLst>
          </p:cNvPr>
          <p:cNvSpPr/>
          <p:nvPr/>
        </p:nvSpPr>
        <p:spPr>
          <a:xfrm>
            <a:off x="684716" y="16501870"/>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Problem/Motivation</a:t>
            </a:r>
            <a:endParaRPr sz="3600" i="0" u="none" strike="noStrike" cap="none" dirty="0">
              <a:solidFill>
                <a:srgbClr val="000000"/>
              </a:solidFill>
              <a:latin typeface="Garamond"/>
              <a:ea typeface="Garamond"/>
              <a:cs typeface="Garamond"/>
              <a:sym typeface="Garamond"/>
            </a:endParaRPr>
          </a:p>
        </p:txBody>
      </p:sp>
      <p:sp>
        <p:nvSpPr>
          <p:cNvPr id="22" name="Google Shape;75;p1">
            <a:extLst>
              <a:ext uri="{FF2B5EF4-FFF2-40B4-BE49-F238E27FC236}">
                <a16:creationId xmlns:a16="http://schemas.microsoft.com/office/drawing/2014/main" id="{CBE6A409-976B-39BD-6379-99FDC0118382}"/>
              </a:ext>
            </a:extLst>
          </p:cNvPr>
          <p:cNvSpPr/>
          <p:nvPr/>
        </p:nvSpPr>
        <p:spPr>
          <a:xfrm>
            <a:off x="33061799" y="16836175"/>
            <a:ext cx="9975419" cy="578506"/>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i="0" u="none" strike="noStrike" cap="none" dirty="0">
                <a:solidFill>
                  <a:srgbClr val="F8F8F8"/>
                </a:solidFill>
                <a:latin typeface="Garamond"/>
                <a:ea typeface="Garamond"/>
                <a:cs typeface="Garamond"/>
                <a:sym typeface="Garamond"/>
              </a:rPr>
              <a:t>Key Findings / Lessons Learned</a:t>
            </a:r>
            <a:endParaRPr sz="3600" i="0" u="none" strike="noStrike" cap="none" dirty="0">
              <a:solidFill>
                <a:srgbClr val="000000"/>
              </a:solidFill>
              <a:latin typeface="Garamond"/>
              <a:ea typeface="Garamond"/>
              <a:cs typeface="Garamond"/>
              <a:sym typeface="Garamond"/>
            </a:endParaRPr>
          </a:p>
        </p:txBody>
      </p:sp>
      <p:pic>
        <p:nvPicPr>
          <p:cNvPr id="25" name="Picture 24" descr="The image shows a person with a dark, curly hair texture wearing a dark-blue shirt.&#10;&#10;AI-generated content may be incorrect.">
            <a:extLst>
              <a:ext uri="{FF2B5EF4-FFF2-40B4-BE49-F238E27FC236}">
                <a16:creationId xmlns:a16="http://schemas.microsoft.com/office/drawing/2014/main" id="{1878689E-A9B1-9A2B-E081-1D7DB7EA2A9B}"/>
              </a:ext>
            </a:extLst>
          </p:cNvPr>
          <p:cNvPicPr>
            <a:picLocks noChangeAspect="1"/>
          </p:cNvPicPr>
          <p:nvPr/>
        </p:nvPicPr>
        <p:blipFill>
          <a:blip r:embed="rId6"/>
          <a:stretch>
            <a:fillRect/>
          </a:stretch>
        </p:blipFill>
        <p:spPr>
          <a:xfrm>
            <a:off x="1634160" y="184500"/>
            <a:ext cx="3531545" cy="4708726"/>
          </a:xfrm>
          <a:prstGeom prst="rect">
            <a:avLst/>
          </a:prstGeom>
        </p:spPr>
      </p:pic>
      <p:sp>
        <p:nvSpPr>
          <p:cNvPr id="28" name="Google Shape;80;p1">
            <a:extLst>
              <a:ext uri="{FF2B5EF4-FFF2-40B4-BE49-F238E27FC236}">
                <a16:creationId xmlns:a16="http://schemas.microsoft.com/office/drawing/2014/main" id="{371D9CC8-779D-5CE2-4E41-E9380ACEA8A7}"/>
              </a:ext>
            </a:extLst>
          </p:cNvPr>
          <p:cNvSpPr txBox="1"/>
          <p:nvPr/>
        </p:nvSpPr>
        <p:spPr>
          <a:xfrm>
            <a:off x="33056538" y="17462443"/>
            <a:ext cx="9982200" cy="8987035"/>
          </a:xfrm>
          <a:prstGeom prst="rect">
            <a:avLst/>
          </a:prstGeom>
          <a:noFill/>
          <a:ln>
            <a:noFill/>
          </a:ln>
        </p:spPr>
        <p:txBody>
          <a:bodyPr spcFirstLastPara="1" wrap="square" lIns="91425" tIns="45700" rIns="91425" bIns="45700" anchor="t" anchorCtr="0">
            <a:spAutoFit/>
          </a:bodyPr>
          <a:lstStyle/>
          <a:p>
            <a:pPr>
              <a:buSzPts val="2900"/>
            </a:pPr>
            <a:r>
              <a:rPr lang="en-US" sz="3400" b="1" i="0" u="none" strike="noStrike" cap="none" dirty="0">
                <a:solidFill>
                  <a:schemeClr val="dk1"/>
                </a:solidFill>
                <a:latin typeface="Garamond"/>
                <a:ea typeface="Garamond"/>
                <a:cs typeface="Garamond"/>
                <a:sym typeface="Garamond"/>
              </a:rPr>
              <a:t>Distinguishing Analysis vs. Internal Practices</a:t>
            </a:r>
            <a:r>
              <a:rPr lang="en-US" sz="3400" i="0" u="none" strike="noStrike" cap="none" dirty="0">
                <a:solidFill>
                  <a:schemeClr val="dk1"/>
                </a:solidFill>
                <a:latin typeface="Garamond"/>
                <a:ea typeface="Garamond"/>
                <a:cs typeface="Garamond"/>
                <a:sym typeface="Garamond"/>
              </a:rPr>
              <a:t>: Documented engineering practices demonstrate that Shopify relies heavily on CI/CD microservices, whereas healthcare systems like Epic Systems combine internal iterative sprints with rigid plan-driven release gates to meet safety standards. </a:t>
            </a:r>
          </a:p>
          <a:p>
            <a:pPr>
              <a:buSzPts val="2900"/>
            </a:pPr>
            <a:r>
              <a:rPr lang="en-US" sz="3400" b="1" i="0" u="none" strike="noStrike" cap="none" dirty="0">
                <a:solidFill>
                  <a:schemeClr val="dk1"/>
                </a:solidFill>
                <a:latin typeface="Garamond"/>
                <a:ea typeface="Garamond"/>
                <a:cs typeface="Garamond"/>
                <a:sym typeface="Garamond"/>
              </a:rPr>
              <a:t>Managing Risk vs. Eradicating Defects</a:t>
            </a:r>
            <a:r>
              <a:rPr lang="en-US" sz="3400" i="0" u="none" strike="noStrike" cap="none" dirty="0">
                <a:solidFill>
                  <a:schemeClr val="dk1"/>
                </a:solidFill>
                <a:latin typeface="Garamond"/>
                <a:ea typeface="Garamond"/>
                <a:cs typeface="Garamond"/>
                <a:sym typeface="Garamond"/>
              </a:rPr>
              <a:t>: No software process guarantees zero defects. Safety-critical software relies on systematic verification, documentation, and traceability matrices to mitigate clinical risk, whereas commercial web applications manage risk via automated CI/CD checks, live site telemetry, and rapid rollbacks. </a:t>
            </a:r>
          </a:p>
          <a:p>
            <a:pPr>
              <a:buSzPts val="2900"/>
            </a:pPr>
            <a:r>
              <a:rPr lang="en-US" sz="3400" b="1" i="0" u="none" strike="noStrike" cap="none" dirty="0">
                <a:solidFill>
                  <a:schemeClr val="dk1"/>
                </a:solidFill>
                <a:latin typeface="Garamond"/>
                <a:ea typeface="Garamond"/>
                <a:cs typeface="Garamond"/>
                <a:sym typeface="Garamond"/>
              </a:rPr>
              <a:t>Process Alignment</a:t>
            </a:r>
            <a:r>
              <a:rPr lang="en-US" sz="3400" i="0" u="none" strike="noStrike" cap="none" dirty="0">
                <a:solidFill>
                  <a:schemeClr val="dk1"/>
                </a:solidFill>
                <a:latin typeface="Garamond"/>
                <a:ea typeface="Garamond"/>
                <a:cs typeface="Garamond"/>
                <a:sym typeface="Garamond"/>
              </a:rPr>
              <a:t>: Software processes must match domain risk profiles. E-commerce prioritizes release velocity and rapid customer feedback, while healthcare prioritizes patient safety, security compliance, and strict operational auditability</a:t>
            </a:r>
          </a:p>
        </p:txBody>
      </p:sp>
      <p:sp>
        <p:nvSpPr>
          <p:cNvPr id="30" name="Google Shape;82;p1">
            <a:extLst>
              <a:ext uri="{FF2B5EF4-FFF2-40B4-BE49-F238E27FC236}">
                <a16:creationId xmlns:a16="http://schemas.microsoft.com/office/drawing/2014/main" id="{57B0387F-F4EC-32DB-B84D-4C2CFA93D743}"/>
              </a:ext>
            </a:extLst>
          </p:cNvPr>
          <p:cNvSpPr/>
          <p:nvPr/>
        </p:nvSpPr>
        <p:spPr>
          <a:xfrm>
            <a:off x="11487122" y="17523696"/>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Real-World Application 1: E-Commerce Platform (Shopify)</a:t>
            </a:r>
            <a:endParaRPr sz="3600" i="0" u="none" strike="noStrike" cap="none" dirty="0">
              <a:solidFill>
                <a:srgbClr val="000000"/>
              </a:solidFill>
              <a:latin typeface="Garamond"/>
              <a:ea typeface="Garamond"/>
              <a:cs typeface="Garamond"/>
              <a:sym typeface="Garamond"/>
            </a:endParaRPr>
          </a:p>
        </p:txBody>
      </p:sp>
      <p:sp>
        <p:nvSpPr>
          <p:cNvPr id="10" name="Google Shape;76;p1">
            <a:extLst>
              <a:ext uri="{FF2B5EF4-FFF2-40B4-BE49-F238E27FC236}">
                <a16:creationId xmlns:a16="http://schemas.microsoft.com/office/drawing/2014/main" id="{7264D5B6-D3C7-7FBC-5C8A-BC7047A4B40E}"/>
              </a:ext>
            </a:extLst>
          </p:cNvPr>
          <p:cNvSpPr txBox="1"/>
          <p:nvPr/>
        </p:nvSpPr>
        <p:spPr>
          <a:xfrm>
            <a:off x="702505" y="17067597"/>
            <a:ext cx="9982200" cy="9719543"/>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Why Software Process Matters</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Software engineering differs fundamentally from simple programming. Large-scale systems built by multi-disciplinary teams involve millions of lines of code, complex user requirements, and must evolve over many years. Without structured processes, projects suffer from severe time overruns, uncoordinated architectural decisions, high maintenance costs, and critical reliability failures</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Shopify Inc</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Represents modern, market-driven web/cloud applications where release velocity, elasticity, and immediate customer feedback drive commercial success.</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Epic Systems Corporation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Represents safety-critical, heavily regulated enterprise systems where system failure directly impacts human health and legal compliance, requiring rigid process controls and exhaustive phase gates</a:t>
            </a:r>
          </a:p>
          <a:p>
            <a:pPr marL="0" lvl="0" indent="0" algn="l" rtl="0">
              <a:lnSpc>
                <a:spcPct val="115000"/>
              </a:lnSpc>
              <a:spcBef>
                <a:spcPts val="0"/>
              </a:spcBef>
              <a:spcAft>
                <a:spcPts val="0"/>
              </a:spcAft>
              <a:buClr>
                <a:schemeClr val="dk1"/>
              </a:buClr>
              <a:buSzPts val="1100"/>
              <a:buFont typeface="Arial"/>
              <a:buNone/>
            </a:pPr>
            <a:endParaRPr lang="en-US" sz="3200" dirty="0">
              <a:solidFill>
                <a:schemeClr val="dk1"/>
              </a:solidFill>
              <a:highlight>
                <a:srgbClr val="FFFFFF"/>
              </a:highlight>
              <a:latin typeface="Garamond" panose="02020404030301010803" pitchFamily="18" charset="0"/>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endParaRPr sz="3200" dirty="0">
              <a:solidFill>
                <a:schemeClr val="dk1"/>
              </a:solidFill>
              <a:highlight>
                <a:srgbClr val="FFFFFF"/>
              </a:highlight>
              <a:latin typeface="Garamond" panose="02020404030301010803" pitchFamily="18" charset="0"/>
              <a:ea typeface="Times New Roman"/>
              <a:cs typeface="Times New Roman"/>
              <a:sym typeface="Times New Roman"/>
            </a:endParaRPr>
          </a:p>
        </p:txBody>
      </p:sp>
      <p:sp>
        <p:nvSpPr>
          <p:cNvPr id="14" name="Google Shape;76;p1">
            <a:extLst>
              <a:ext uri="{FF2B5EF4-FFF2-40B4-BE49-F238E27FC236}">
                <a16:creationId xmlns:a16="http://schemas.microsoft.com/office/drawing/2014/main" id="{270077C6-1525-F1B8-57BC-439B779CC43A}"/>
              </a:ext>
            </a:extLst>
          </p:cNvPr>
          <p:cNvSpPr txBox="1"/>
          <p:nvPr/>
        </p:nvSpPr>
        <p:spPr>
          <a:xfrm>
            <a:off x="11516346" y="6225715"/>
            <a:ext cx="9982200" cy="1141847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Software Specification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Defining system capabilities, operational constraints, and stakeholder needs. </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Design &amp; Implementation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Structuring software architecture, database models, and writing executable code. </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Validation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Testing software to ensure it operates correctly and conforms to customer expectations. </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Evolution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Modifying and extending software to adapt to changing technology and market environments.</a:t>
            </a:r>
          </a:p>
          <a:p>
            <a:pPr marL="0" lvl="0" indent="0" algn="l" rtl="0">
              <a:lnSpc>
                <a:spcPct val="115000"/>
              </a:lnSpc>
              <a:spcBef>
                <a:spcPts val="0"/>
              </a:spcBef>
              <a:spcAft>
                <a:spcPts val="0"/>
              </a:spcAft>
              <a:buClr>
                <a:schemeClr val="dk1"/>
              </a:buClr>
              <a:buSzPts val="1100"/>
              <a:buFont typeface="Arial"/>
              <a:buNone/>
            </a:pPr>
            <a:endParaRPr lang="en-US" sz="3200" dirty="0">
              <a:solidFill>
                <a:schemeClr val="dk1"/>
              </a:solidFill>
              <a:highlight>
                <a:srgbClr val="FFFFFF"/>
              </a:highlight>
              <a:latin typeface="Garamond" panose="02020404030301010803" pitchFamily="18" charset="0"/>
              <a:ea typeface="Times New Roman"/>
              <a:cs typeface="Times New Roman"/>
              <a:sym typeface="Times New Roman"/>
            </a:endParaRP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Process Models Analyzed:</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Waterfall Model</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Classic plan-driven, sequential flow (Requirements →Design →Implementation →Integration/Testing →Deployment →Maintenance). </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Incremental / Agile Development</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Interleaves specification, coding, and testing into small releases, reducing rework costs and incorporating continuous customer feedback. </a:t>
            </a:r>
          </a:p>
          <a:p>
            <a:pPr marL="0" lvl="0" indent="0" algn="l" rtl="0">
              <a:lnSpc>
                <a:spcPct val="115000"/>
              </a:lnSpc>
              <a:spcBef>
                <a:spcPts val="0"/>
              </a:spcBef>
              <a:spcAft>
                <a:spcPts val="0"/>
              </a:spcAft>
              <a:buClr>
                <a:schemeClr val="dk1"/>
              </a:buClr>
              <a:buSzPts val="1100"/>
              <a:buFont typeface="Arial"/>
              <a:buNone/>
            </a:pPr>
            <a:r>
              <a:rPr lang="en-US" sz="3200" b="1" dirty="0">
                <a:solidFill>
                  <a:schemeClr val="dk1"/>
                </a:solidFill>
                <a:highlight>
                  <a:srgbClr val="FFFFFF"/>
                </a:highlight>
                <a:latin typeface="Garamond" panose="02020404030301010803" pitchFamily="18" charset="0"/>
                <a:ea typeface="Times New Roman"/>
                <a:cs typeface="Times New Roman"/>
                <a:sym typeface="Times New Roman"/>
              </a:rPr>
              <a:t>Integration &amp; Configuration</a:t>
            </a:r>
            <a:r>
              <a:rPr lang="en-US" sz="3200" dirty="0">
                <a:solidFill>
                  <a:schemeClr val="dk1"/>
                </a:solidFill>
                <a:highlight>
                  <a:srgbClr val="FFFFFF"/>
                </a:highlight>
                <a:latin typeface="Garamond" panose="02020404030301010803" pitchFamily="18" charset="0"/>
                <a:ea typeface="Times New Roman"/>
                <a:cs typeface="Times New Roman"/>
                <a:sym typeface="Times New Roman"/>
              </a:rPr>
              <a:t>: Reuses pre-built components, commercial frameworks, and third-party APIs to speed up delivery.</a:t>
            </a:r>
          </a:p>
        </p:txBody>
      </p:sp>
      <p:sp>
        <p:nvSpPr>
          <p:cNvPr id="19" name="Google Shape;87;p1">
            <a:extLst>
              <a:ext uri="{FF2B5EF4-FFF2-40B4-BE49-F238E27FC236}">
                <a16:creationId xmlns:a16="http://schemas.microsoft.com/office/drawing/2014/main" id="{3C898029-9EF5-01D4-74DF-F8D8EB63B4B8}"/>
              </a:ext>
            </a:extLst>
          </p:cNvPr>
          <p:cNvSpPr txBox="1"/>
          <p:nvPr/>
        </p:nvSpPr>
        <p:spPr>
          <a:xfrm>
            <a:off x="11489118" y="18111927"/>
            <a:ext cx="9960000" cy="904860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Company &amp; System</a:t>
            </a:r>
            <a:r>
              <a:rPr lang="en-US" sz="3200" dirty="0">
                <a:latin typeface="Garamond"/>
                <a:ea typeface="Garamond"/>
                <a:cs typeface="Garamond"/>
                <a:sym typeface="Garamond"/>
              </a:rPr>
              <a:t>: Shopify Inc. — Global E-Commerce Merchant Platform. </a:t>
            </a:r>
          </a:p>
          <a:p>
            <a:pPr marL="0" marR="0" lvl="0" indent="0" algn="l" rtl="0">
              <a:lnSpc>
                <a:spcPct val="100000"/>
              </a:lnSpc>
              <a:spcBef>
                <a:spcPts val="0"/>
              </a:spcBef>
              <a:spcAft>
                <a:spcPts val="0"/>
              </a:spcAft>
              <a:buClr>
                <a:srgbClr val="000000"/>
              </a:buClr>
              <a:buSzPts val="2900"/>
              <a:buFont typeface="Arial"/>
              <a:buNone/>
            </a:pPr>
            <a:endParaRPr lang="en-US" sz="3200" b="1"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Users &amp; Purpose</a:t>
            </a:r>
            <a:r>
              <a:rPr lang="en-US" sz="3200" dirty="0">
                <a:latin typeface="Garamond"/>
                <a:ea typeface="Garamond"/>
                <a:cs typeface="Garamond"/>
                <a:sym typeface="Garamond"/>
              </a:rPr>
              <a:t>: Powers 2M+ online merchants and global shoppers; manages storefront rendering, product catalog navigation, checkout processing, and payment gateways. </a:t>
            </a:r>
          </a:p>
          <a:p>
            <a:pPr marL="0" marR="0" lvl="0" indent="0" algn="l" rtl="0">
              <a:lnSpc>
                <a:spcPct val="100000"/>
              </a:lnSpc>
              <a:spcBef>
                <a:spcPts val="0"/>
              </a:spcBef>
              <a:spcAft>
                <a:spcPts val="0"/>
              </a:spcAft>
              <a:buClr>
                <a:srgbClr val="000000"/>
              </a:buClr>
              <a:buSzPts val="2900"/>
              <a:buFont typeface="Arial"/>
              <a:buNone/>
            </a:pPr>
            <a:endParaRPr lang="en-US" sz="32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Development Approach:</a:t>
            </a:r>
            <a:r>
              <a:rPr lang="en-US" sz="3200" dirty="0">
                <a:latin typeface="Garamond"/>
                <a:ea typeface="Garamond"/>
                <a:cs typeface="Garamond"/>
                <a:sym typeface="Garamond"/>
              </a:rPr>
              <a:t> Agile / DevOps / API-First Microservices Architecture / Component Reuse (e.g., Stripe, PayPal APIs).</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Testing &amp; Validation: </a:t>
            </a:r>
            <a:r>
              <a:rPr lang="en-US" sz="3200" dirty="0">
                <a:latin typeface="Garamond"/>
                <a:ea typeface="Garamond"/>
                <a:cs typeface="Garamond"/>
                <a:sym typeface="Garamond"/>
              </a:rPr>
              <a:t>Automated CI/CD pipelines, unit/integration test suites, canary releases, and real-time cloud telemetry. </a:t>
            </a:r>
          </a:p>
          <a:p>
            <a:pPr marL="0" marR="0" lvl="0" indent="0" algn="l" rtl="0">
              <a:lnSpc>
                <a:spcPct val="100000"/>
              </a:lnSpc>
              <a:spcBef>
                <a:spcPts val="0"/>
              </a:spcBef>
              <a:spcAft>
                <a:spcPts val="0"/>
              </a:spcAft>
              <a:buClr>
                <a:srgbClr val="000000"/>
              </a:buClr>
              <a:buSzPts val="2900"/>
              <a:buFont typeface="Arial"/>
              <a:buNone/>
            </a:pPr>
            <a:endParaRPr lang="en-US" sz="3200" dirty="0">
              <a:latin typeface="Garamond"/>
              <a:ea typeface="Garamond"/>
              <a:cs typeface="Garamond"/>
              <a:sym typeface="Garamond"/>
            </a:endParaRP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Deployment &amp; Evolution:</a:t>
            </a:r>
            <a:r>
              <a:rPr lang="en-US" sz="3200" dirty="0">
                <a:latin typeface="Garamond"/>
                <a:ea typeface="Garamond"/>
                <a:cs typeface="Garamond"/>
                <a:sym typeface="Garamond"/>
              </a:rPr>
              <a:t> Continuous delivery executing multiple production updates daily without merchant storefront downtime. </a:t>
            </a:r>
          </a:p>
        </p:txBody>
      </p:sp>
      <p:graphicFrame>
        <p:nvGraphicFramePr>
          <p:cNvPr id="5" name="Table 4">
            <a:extLst>
              <a:ext uri="{FF2B5EF4-FFF2-40B4-BE49-F238E27FC236}">
                <a16:creationId xmlns:a16="http://schemas.microsoft.com/office/drawing/2014/main" id="{6A532A12-D78D-B462-D745-BA6A141300F8}"/>
              </a:ext>
            </a:extLst>
          </p:cNvPr>
          <p:cNvGraphicFramePr>
            <a:graphicFrameLocks noGrp="1"/>
          </p:cNvGraphicFramePr>
          <p:nvPr>
            <p:extLst>
              <p:ext uri="{D42A27DB-BD31-4B8C-83A1-F6EECF244321}">
                <p14:modId xmlns:p14="http://schemas.microsoft.com/office/powerpoint/2010/main" val="3653723341"/>
              </p:ext>
            </p:extLst>
          </p:nvPr>
        </p:nvGraphicFramePr>
        <p:xfrm>
          <a:off x="22287321" y="16289216"/>
          <a:ext cx="9971817" cy="12997452"/>
        </p:xfrm>
        <a:graphic>
          <a:graphicData uri="http://schemas.openxmlformats.org/drawingml/2006/table">
            <a:tbl>
              <a:tblPr>
                <a:tableStyleId>{5C22544A-7EE6-4342-B048-85BDC9FD1C3A}</a:tableStyleId>
              </a:tblPr>
              <a:tblGrid>
                <a:gridCol w="3323939">
                  <a:extLst>
                    <a:ext uri="{9D8B030D-6E8A-4147-A177-3AD203B41FA5}">
                      <a16:colId xmlns:a16="http://schemas.microsoft.com/office/drawing/2014/main" val="1927823399"/>
                    </a:ext>
                  </a:extLst>
                </a:gridCol>
                <a:gridCol w="3323939">
                  <a:extLst>
                    <a:ext uri="{9D8B030D-6E8A-4147-A177-3AD203B41FA5}">
                      <a16:colId xmlns:a16="http://schemas.microsoft.com/office/drawing/2014/main" val="1376169831"/>
                    </a:ext>
                  </a:extLst>
                </a:gridCol>
                <a:gridCol w="3323939">
                  <a:extLst>
                    <a:ext uri="{9D8B030D-6E8A-4147-A177-3AD203B41FA5}">
                      <a16:colId xmlns:a16="http://schemas.microsoft.com/office/drawing/2014/main" val="37860279"/>
                    </a:ext>
                  </a:extLst>
                </a:gridCol>
              </a:tblGrid>
              <a:tr h="775585">
                <a:tc>
                  <a:txBody>
                    <a:bodyPr/>
                    <a:lstStyle/>
                    <a:p>
                      <a:pPr rtl="0" fontAlgn="t">
                        <a:buNone/>
                      </a:pPr>
                      <a:r>
                        <a:rPr lang="en-US" sz="1800" b="1" u="none" strike="noStrike" dirty="0">
                          <a:effectLst/>
                        </a:rPr>
                        <a:t>Requirement Area </a:t>
                      </a:r>
                      <a:endParaRPr lang="en-US" sz="2300" b="1" dirty="0">
                        <a:effectLst/>
                      </a:endParaRPr>
                    </a:p>
                  </a:txBody>
                  <a:tcPr marL="106537" marR="106537" marT="106537" marB="106537"/>
                </a:tc>
                <a:tc>
                  <a:txBody>
                    <a:bodyPr/>
                    <a:lstStyle/>
                    <a:p>
                      <a:pPr rtl="0" fontAlgn="t">
                        <a:buNone/>
                      </a:pPr>
                      <a:r>
                        <a:rPr lang="en-US" sz="1800" b="1" u="none" strike="noStrike" dirty="0">
                          <a:effectLst/>
                        </a:rPr>
                        <a:t>E-Commerce Domain (Shopify Case Study) </a:t>
                      </a:r>
                      <a:endParaRPr lang="en-US" sz="2300" b="1" dirty="0">
                        <a:effectLst/>
                      </a:endParaRPr>
                    </a:p>
                  </a:txBody>
                  <a:tcPr marL="106537" marR="106537" marT="106537" marB="106537"/>
                </a:tc>
                <a:tc>
                  <a:txBody>
                    <a:bodyPr/>
                    <a:lstStyle/>
                    <a:p>
                      <a:pPr rtl="0" fontAlgn="t">
                        <a:buNone/>
                      </a:pPr>
                      <a:r>
                        <a:rPr lang="en-US" sz="1800" b="1" u="none" strike="noStrike" dirty="0">
                          <a:effectLst/>
                        </a:rPr>
                        <a:t>Healthcare Domain (Epic Systems Case Study) </a:t>
                      </a:r>
                      <a:endParaRPr lang="en-US" sz="2300" b="1" dirty="0">
                        <a:effectLst/>
                      </a:endParaRPr>
                    </a:p>
                  </a:txBody>
                  <a:tcPr marL="106537" marR="106537" marT="106537" marB="106537"/>
                </a:tc>
                <a:extLst>
                  <a:ext uri="{0D108BD9-81ED-4DB2-BD59-A6C34878D82A}">
                    <a16:rowId xmlns:a16="http://schemas.microsoft.com/office/drawing/2014/main" val="3919720526"/>
                  </a:ext>
                </a:extLst>
              </a:tr>
              <a:tr h="1619355">
                <a:tc>
                  <a:txBody>
                    <a:bodyPr/>
                    <a:lstStyle/>
                    <a:p>
                      <a:pPr rtl="0" fontAlgn="t">
                        <a:buNone/>
                      </a:pPr>
                      <a:r>
                        <a:rPr lang="en-US" sz="1800" u="none" strike="noStrike" dirty="0">
                          <a:effectLst/>
                        </a:rPr>
                        <a:t>1. Requirements Specification </a:t>
                      </a:r>
                      <a:endParaRPr lang="en-US" sz="2300" dirty="0">
                        <a:effectLst/>
                      </a:endParaRPr>
                    </a:p>
                  </a:txBody>
                  <a:tcPr marL="106537" marR="106537" marT="106537" marB="106537"/>
                </a:tc>
                <a:tc>
                  <a:txBody>
                    <a:bodyPr/>
                    <a:lstStyle/>
                    <a:p>
                      <a:pPr rtl="0" fontAlgn="t">
                        <a:buNone/>
                      </a:pPr>
                      <a:r>
                        <a:rPr lang="en-US" sz="1800" u="none" strike="noStrike">
                          <a:effectLst/>
                        </a:rPr>
                        <a:t>Dynamic, feature-driven backlog prioritized via real-time merchant feedback, user telemetry, and A/B testing. </a:t>
                      </a:r>
                      <a:endParaRPr lang="en-US" sz="2300">
                        <a:effectLst/>
                      </a:endParaRPr>
                    </a:p>
                  </a:txBody>
                  <a:tcPr marL="106537" marR="106537" marT="106537" marB="106537"/>
                </a:tc>
                <a:tc>
                  <a:txBody>
                    <a:bodyPr/>
                    <a:lstStyle/>
                    <a:p>
                      <a:pPr rtl="0" fontAlgn="t">
                        <a:buNone/>
                      </a:pPr>
                      <a:r>
                        <a:rPr lang="en-US" sz="1800" u="none" strike="noStrike" dirty="0">
                          <a:effectLst/>
                        </a:rPr>
                        <a:t>Formal upfront specification driven by clinical workflows, safety constraints, and regulatory rules (HIPAA / FDA). </a:t>
                      </a:r>
                      <a:endParaRPr lang="en-US" sz="2300" dirty="0">
                        <a:effectLst/>
                      </a:endParaRPr>
                    </a:p>
                  </a:txBody>
                  <a:tcPr marL="106537" marR="106537" marT="106537" marB="106537"/>
                </a:tc>
                <a:extLst>
                  <a:ext uri="{0D108BD9-81ED-4DB2-BD59-A6C34878D82A}">
                    <a16:rowId xmlns:a16="http://schemas.microsoft.com/office/drawing/2014/main" val="3728600089"/>
                  </a:ext>
                </a:extLst>
              </a:tr>
              <a:tr h="1619355">
                <a:tc>
                  <a:txBody>
                    <a:bodyPr/>
                    <a:lstStyle/>
                    <a:p>
                      <a:pPr rtl="0" fontAlgn="t">
                        <a:buNone/>
                      </a:pPr>
                      <a:r>
                        <a:rPr lang="en-US" sz="1800" u="none" strike="noStrike">
                          <a:effectLst/>
                        </a:rPr>
                        <a:t>2. System Design &amp; Implementation </a:t>
                      </a:r>
                      <a:endParaRPr lang="en-US" sz="2300">
                        <a:effectLst/>
                      </a:endParaRPr>
                    </a:p>
                  </a:txBody>
                  <a:tcPr marL="106537" marR="106537" marT="106537" marB="106537"/>
                </a:tc>
                <a:tc>
                  <a:txBody>
                    <a:bodyPr/>
                    <a:lstStyle/>
                    <a:p>
                      <a:pPr rtl="0" fontAlgn="t">
                        <a:buNone/>
                      </a:pPr>
                      <a:r>
                        <a:rPr lang="en-US" sz="1800" u="none" strike="noStrike">
                          <a:effectLst/>
                        </a:rPr>
                        <a:t>API-first microservices architecture; high reliance on third-party integration and component reuse. </a:t>
                      </a:r>
                      <a:endParaRPr lang="en-US" sz="2300">
                        <a:effectLst/>
                      </a:endParaRPr>
                    </a:p>
                  </a:txBody>
                  <a:tcPr marL="106537" marR="106537" marT="106537" marB="106537"/>
                </a:tc>
                <a:tc>
                  <a:txBody>
                    <a:bodyPr/>
                    <a:lstStyle/>
                    <a:p>
                      <a:pPr rtl="0" fontAlgn="t">
                        <a:buNone/>
                      </a:pPr>
                      <a:r>
                        <a:rPr lang="en-US" sz="1800" u="none" strike="noStrike">
                          <a:effectLst/>
                        </a:rPr>
                        <a:t>Modular clinical data engines with strict role-based access control (RBAC), data isolation, and auditable transactions. </a:t>
                      </a:r>
                      <a:endParaRPr lang="en-US" sz="2300">
                        <a:effectLst/>
                      </a:endParaRPr>
                    </a:p>
                  </a:txBody>
                  <a:tcPr marL="106537" marR="106537" marT="106537" marB="106537"/>
                </a:tc>
                <a:extLst>
                  <a:ext uri="{0D108BD9-81ED-4DB2-BD59-A6C34878D82A}">
                    <a16:rowId xmlns:a16="http://schemas.microsoft.com/office/drawing/2014/main" val="3210738554"/>
                  </a:ext>
                </a:extLst>
              </a:tr>
              <a:tr h="1619355">
                <a:tc>
                  <a:txBody>
                    <a:bodyPr/>
                    <a:lstStyle/>
                    <a:p>
                      <a:pPr rtl="0" fontAlgn="t">
                        <a:buNone/>
                      </a:pPr>
                      <a:r>
                        <a:rPr lang="en-US" sz="1800" u="none" strike="noStrike">
                          <a:effectLst/>
                        </a:rPr>
                        <a:t>3. Software Verification &amp; Validation </a:t>
                      </a:r>
                      <a:endParaRPr lang="en-US" sz="2300">
                        <a:effectLst/>
                      </a:endParaRPr>
                    </a:p>
                  </a:txBody>
                  <a:tcPr marL="106537" marR="106537" marT="106537" marB="106537"/>
                </a:tc>
                <a:tc>
                  <a:txBody>
                    <a:bodyPr/>
                    <a:lstStyle/>
                    <a:p>
                      <a:pPr rtl="0" fontAlgn="t">
                        <a:buNone/>
                      </a:pPr>
                      <a:r>
                        <a:rPr lang="en-US" sz="1800" u="none" strike="noStrike">
                          <a:effectLst/>
                        </a:rPr>
                        <a:t>Automated CI/CD build suites, automated unit/integration testing, feature flags, and canary deployments. </a:t>
                      </a:r>
                      <a:endParaRPr lang="en-US" sz="2300">
                        <a:effectLst/>
                      </a:endParaRPr>
                    </a:p>
                  </a:txBody>
                  <a:tcPr marL="106537" marR="106537" marT="106537" marB="106537"/>
                </a:tc>
                <a:tc>
                  <a:txBody>
                    <a:bodyPr/>
                    <a:lstStyle/>
                    <a:p>
                      <a:pPr rtl="0" fontAlgn="t">
                        <a:buNone/>
                      </a:pPr>
                      <a:r>
                        <a:rPr lang="en-US" sz="1800" u="none" strike="noStrike" dirty="0">
                          <a:effectLst/>
                        </a:rPr>
                        <a:t>Multi-tier clinical simulation testing, automated HIPAA compliance audits, data integrity checks, and user acceptance testing (UAT). </a:t>
                      </a:r>
                      <a:endParaRPr lang="en-US" sz="2300" dirty="0">
                        <a:effectLst/>
                      </a:endParaRPr>
                    </a:p>
                  </a:txBody>
                  <a:tcPr marL="106537" marR="106537" marT="106537" marB="106537"/>
                </a:tc>
                <a:extLst>
                  <a:ext uri="{0D108BD9-81ED-4DB2-BD59-A6C34878D82A}">
                    <a16:rowId xmlns:a16="http://schemas.microsoft.com/office/drawing/2014/main" val="569571212"/>
                  </a:ext>
                </a:extLst>
              </a:tr>
              <a:tr h="1619355">
                <a:tc>
                  <a:txBody>
                    <a:bodyPr/>
                    <a:lstStyle/>
                    <a:p>
                      <a:pPr rtl="0" fontAlgn="t">
                        <a:buNone/>
                      </a:pPr>
                      <a:r>
                        <a:rPr lang="en-US" sz="1800" u="none" strike="noStrike">
                          <a:effectLst/>
                        </a:rPr>
                        <a:t>4. Software Evolution &amp; Maintenance </a:t>
                      </a:r>
                      <a:endParaRPr lang="en-US" sz="2300">
                        <a:effectLst/>
                      </a:endParaRPr>
                    </a:p>
                  </a:txBody>
                  <a:tcPr marL="106537" marR="106537" marT="106537" marB="106537"/>
                </a:tc>
                <a:tc>
                  <a:txBody>
                    <a:bodyPr/>
                    <a:lstStyle/>
                    <a:p>
                      <a:pPr rtl="0" fontAlgn="t">
                        <a:buNone/>
                      </a:pPr>
                      <a:r>
                        <a:rPr lang="en-US" sz="1800" u="none" strike="noStrike">
                          <a:effectLst/>
                        </a:rPr>
                        <a:t>Continuous deployment featuring multiple background production updates daily with minimal to zero merchant downtime. </a:t>
                      </a:r>
                      <a:endParaRPr lang="en-US" sz="2300">
                        <a:effectLst/>
                      </a:endParaRPr>
                    </a:p>
                  </a:txBody>
                  <a:tcPr marL="106537" marR="106537" marT="106537" marB="106537"/>
                </a:tc>
                <a:tc>
                  <a:txBody>
                    <a:bodyPr/>
                    <a:lstStyle/>
                    <a:p>
                      <a:pPr rtl="0" fontAlgn="t">
                        <a:buNone/>
                      </a:pPr>
                      <a:r>
                        <a:rPr lang="en-US" sz="1800" u="none" strike="noStrike">
                          <a:effectLst/>
                        </a:rPr>
                        <a:t>Scheduled institutional release cycles (quarterly or annual updates) governed by formal Change Control Boards (CCBs). </a:t>
                      </a:r>
                      <a:endParaRPr lang="en-US" sz="2300">
                        <a:effectLst/>
                      </a:endParaRPr>
                    </a:p>
                  </a:txBody>
                  <a:tcPr marL="106537" marR="106537" marT="106537" marB="106537"/>
                </a:tc>
                <a:extLst>
                  <a:ext uri="{0D108BD9-81ED-4DB2-BD59-A6C34878D82A}">
                    <a16:rowId xmlns:a16="http://schemas.microsoft.com/office/drawing/2014/main" val="3150789749"/>
                  </a:ext>
                </a:extLst>
              </a:tr>
              <a:tr h="1619355">
                <a:tc>
                  <a:txBody>
                    <a:bodyPr/>
                    <a:lstStyle/>
                    <a:p>
                      <a:pPr rtl="0" fontAlgn="t">
                        <a:buNone/>
                      </a:pPr>
                      <a:r>
                        <a:rPr lang="en-US" sz="1800" u="none" strike="noStrike">
                          <a:effectLst/>
                        </a:rPr>
                        <a:t>5. Security &amp; Regulatory Considerations </a:t>
                      </a:r>
                      <a:endParaRPr lang="en-US" sz="2300">
                        <a:effectLst/>
                      </a:endParaRPr>
                    </a:p>
                  </a:txBody>
                  <a:tcPr marL="106537" marR="106537" marT="106537" marB="106537"/>
                </a:tc>
                <a:tc>
                  <a:txBody>
                    <a:bodyPr/>
                    <a:lstStyle/>
                    <a:p>
                      <a:pPr rtl="0" fontAlgn="t">
                        <a:buNone/>
                      </a:pPr>
                      <a:r>
                        <a:rPr lang="en-US" sz="1800" u="none" strike="noStrike" dirty="0">
                          <a:effectLst/>
                        </a:rPr>
                        <a:t>PCI-DSS financial security compliance, data privacy standards, and automated vulnerability scanning in build pipelines. </a:t>
                      </a:r>
                      <a:endParaRPr lang="en-US" sz="2300" dirty="0">
                        <a:effectLst/>
                      </a:endParaRPr>
                    </a:p>
                  </a:txBody>
                  <a:tcPr marL="106537" marR="106537" marT="106537" marB="106537"/>
                </a:tc>
                <a:tc>
                  <a:txBody>
                    <a:bodyPr/>
                    <a:lstStyle/>
                    <a:p>
                      <a:pPr rtl="0" fontAlgn="t">
                        <a:buNone/>
                      </a:pPr>
                      <a:r>
                        <a:rPr lang="en-US" sz="1800" u="none" strike="noStrike">
                          <a:effectLst/>
                        </a:rPr>
                        <a:t>Strict HIPAA Privacy &amp; Security Rules, administrative oversight, immutable audit logging, and clinical safety compliance. </a:t>
                      </a:r>
                      <a:endParaRPr lang="en-US" sz="2300">
                        <a:effectLst/>
                      </a:endParaRPr>
                    </a:p>
                  </a:txBody>
                  <a:tcPr marL="106537" marR="106537" marT="106537" marB="106537"/>
                </a:tc>
                <a:extLst>
                  <a:ext uri="{0D108BD9-81ED-4DB2-BD59-A6C34878D82A}">
                    <a16:rowId xmlns:a16="http://schemas.microsoft.com/office/drawing/2014/main" val="635245168"/>
                  </a:ext>
                </a:extLst>
              </a:tr>
              <a:tr h="4125092">
                <a:tc>
                  <a:txBody>
                    <a:bodyPr/>
                    <a:lstStyle/>
                    <a:p>
                      <a:pPr rtl="0" fontAlgn="t">
                        <a:buNone/>
                      </a:pPr>
                      <a:r>
                        <a:rPr lang="en-US" sz="1800" u="none" strike="noStrike" dirty="0">
                          <a:effectLst/>
                        </a:rPr>
                        <a:t>6. Process Model Advantages &amp; Limitations </a:t>
                      </a:r>
                      <a:endParaRPr lang="en-US" sz="2300" dirty="0">
                        <a:effectLst/>
                      </a:endParaRPr>
                    </a:p>
                  </a:txBody>
                  <a:tcPr marL="106537" marR="106537" marT="106537" marB="106537"/>
                </a:tc>
                <a:tc>
                  <a:txBody>
                    <a:bodyPr/>
                    <a:lstStyle/>
                    <a:p>
                      <a:pPr rtl="0" fontAlgn="t">
                        <a:spcAft>
                          <a:spcPts val="1200"/>
                        </a:spcAft>
                        <a:buNone/>
                      </a:pPr>
                      <a:r>
                        <a:rPr lang="en-US" sz="1800" b="1" u="none" strike="noStrike" dirty="0">
                          <a:effectLst/>
                        </a:rPr>
                        <a:t>Adv</a:t>
                      </a:r>
                      <a:r>
                        <a:rPr lang="en-US" sz="1800" u="none" strike="noStrike" dirty="0">
                          <a:effectLst/>
                        </a:rPr>
                        <a:t>: Rapid time-to-market and high adaptation to market changes.</a:t>
                      </a:r>
                      <a:endParaRPr lang="en-US" sz="2300" dirty="0">
                        <a:effectLst/>
                      </a:endParaRPr>
                    </a:p>
                    <a:p>
                      <a:pPr fontAlgn="t">
                        <a:buNone/>
                      </a:pPr>
                      <a:br>
                        <a:rPr lang="en-US" sz="2300" dirty="0">
                          <a:effectLst/>
                        </a:rPr>
                      </a:br>
                      <a:endParaRPr lang="en-US" sz="2300" dirty="0">
                        <a:effectLst/>
                      </a:endParaRPr>
                    </a:p>
                    <a:p>
                      <a:pPr rtl="0" fontAlgn="t">
                        <a:spcAft>
                          <a:spcPts val="1200"/>
                        </a:spcAft>
                        <a:buNone/>
                      </a:pPr>
                      <a:r>
                        <a:rPr lang="en-US" sz="1800" b="1" u="none" strike="noStrike" dirty="0">
                          <a:effectLst/>
                        </a:rPr>
                        <a:t>Lim</a:t>
                      </a:r>
                      <a:r>
                        <a:rPr lang="en-US" sz="1800" u="none" strike="noStrike" dirty="0">
                          <a:effectLst/>
                        </a:rPr>
                        <a:t>: Complex microservice interaction testing &amp; dependency risks.</a:t>
                      </a:r>
                      <a:endParaRPr lang="en-US" sz="2300" dirty="0">
                        <a:effectLst/>
                      </a:endParaRPr>
                    </a:p>
                    <a:p>
                      <a:pPr fontAlgn="t">
                        <a:buNone/>
                      </a:pPr>
                      <a:br>
                        <a:rPr lang="en-US" sz="2300" dirty="0">
                          <a:effectLst/>
                        </a:rPr>
                      </a:br>
                      <a:endParaRPr lang="en-US" sz="2300" dirty="0">
                        <a:effectLst/>
                      </a:endParaRPr>
                    </a:p>
                  </a:txBody>
                  <a:tcPr marL="106537" marR="106537" marT="106537" marB="106537"/>
                </a:tc>
                <a:tc>
                  <a:txBody>
                    <a:bodyPr/>
                    <a:lstStyle/>
                    <a:p>
                      <a:pPr rtl="0" fontAlgn="t">
                        <a:spcAft>
                          <a:spcPts val="1200"/>
                        </a:spcAft>
                        <a:buNone/>
                      </a:pPr>
                      <a:r>
                        <a:rPr lang="en-US" sz="1800" b="1" u="none" strike="noStrike" dirty="0">
                          <a:effectLst/>
                        </a:rPr>
                        <a:t>Adv</a:t>
                      </a:r>
                      <a:r>
                        <a:rPr lang="en-US" sz="1800" u="none" strike="noStrike" dirty="0">
                          <a:effectLst/>
                        </a:rPr>
                        <a:t>: High reliability, structured risk management, and regulatory compliance.</a:t>
                      </a:r>
                      <a:endParaRPr lang="en-US" sz="2300" dirty="0">
                        <a:effectLst/>
                      </a:endParaRPr>
                    </a:p>
                    <a:p>
                      <a:pPr fontAlgn="t">
                        <a:buNone/>
                      </a:pPr>
                      <a:br>
                        <a:rPr lang="en-US" sz="2300" dirty="0">
                          <a:effectLst/>
                        </a:rPr>
                      </a:br>
                      <a:endParaRPr lang="en-US" sz="2300" dirty="0">
                        <a:effectLst/>
                      </a:endParaRPr>
                    </a:p>
                    <a:p>
                      <a:pPr rtl="0" fontAlgn="t">
                        <a:spcAft>
                          <a:spcPts val="1200"/>
                        </a:spcAft>
                        <a:buNone/>
                      </a:pPr>
                      <a:r>
                        <a:rPr lang="en-US" sz="1800" b="1" u="none" strike="noStrike" dirty="0">
                          <a:effectLst/>
                        </a:rPr>
                        <a:t>Lim</a:t>
                      </a:r>
                      <a:r>
                        <a:rPr lang="en-US" sz="1800" u="none" strike="noStrike" dirty="0">
                          <a:effectLst/>
                        </a:rPr>
                        <a:t>: Longer release cycles and higher cost of accommodating scope changes.</a:t>
                      </a:r>
                      <a:endParaRPr lang="en-US" sz="2300" dirty="0">
                        <a:effectLst/>
                      </a:endParaRPr>
                    </a:p>
                    <a:p>
                      <a:pPr fontAlgn="t">
                        <a:buNone/>
                      </a:pPr>
                      <a:br>
                        <a:rPr lang="en-US" sz="2300" dirty="0">
                          <a:effectLst/>
                        </a:rPr>
                      </a:br>
                      <a:endParaRPr lang="en-US" sz="2300" dirty="0">
                        <a:effectLst/>
                      </a:endParaRPr>
                    </a:p>
                  </a:txBody>
                  <a:tcPr marL="106537" marR="106537" marT="106537" marB="106537"/>
                </a:tc>
                <a:extLst>
                  <a:ext uri="{0D108BD9-81ED-4DB2-BD59-A6C34878D82A}">
                    <a16:rowId xmlns:a16="http://schemas.microsoft.com/office/drawing/2014/main" val="397960565"/>
                  </a:ext>
                </a:extLst>
              </a:tr>
            </a:tbl>
          </a:graphicData>
        </a:graphic>
      </p:graphicFrame>
      <p:pic>
        <p:nvPicPr>
          <p:cNvPr id="6" name="Picture 5" descr="Waterfall Model - Software Engineering - GeeksforGeeks">
            <a:extLst>
              <a:ext uri="{FF2B5EF4-FFF2-40B4-BE49-F238E27FC236}">
                <a16:creationId xmlns:a16="http://schemas.microsoft.com/office/drawing/2014/main" id="{F857B87E-8EE0-BF77-A042-DEE5BEF2FB9D}"/>
              </a:ext>
            </a:extLst>
          </p:cNvPr>
          <p:cNvPicPr>
            <a:picLocks noChangeAspect="1"/>
          </p:cNvPicPr>
          <p:nvPr/>
        </p:nvPicPr>
        <p:blipFill>
          <a:blip r:embed="rId7"/>
          <a:stretch>
            <a:fillRect/>
          </a:stretch>
        </p:blipFill>
        <p:spPr>
          <a:xfrm>
            <a:off x="33066288" y="6232012"/>
            <a:ext cx="9971462" cy="4992788"/>
          </a:xfrm>
          <a:prstGeom prst="rect">
            <a:avLst/>
          </a:prstGeom>
        </p:spPr>
      </p:pic>
      <p:pic>
        <p:nvPicPr>
          <p:cNvPr id="8" name="Content Placeholder 4" descr="The image illustrates a flowchart detailing the stages of an incremental delivery process for a product, starting from defining requirements, designing, developing, validating, and integrating increments, culminating in the final product release and evaluation.&#10;&#10;AI-generated content may be incorrect.">
            <a:extLst>
              <a:ext uri="{FF2B5EF4-FFF2-40B4-BE49-F238E27FC236}">
                <a16:creationId xmlns:a16="http://schemas.microsoft.com/office/drawing/2014/main" id="{F7601E41-A916-9A90-6953-4E262F85BF53}"/>
              </a:ext>
            </a:extLst>
          </p:cNvPr>
          <p:cNvPicPr>
            <a:picLocks noChangeAspect="1"/>
          </p:cNvPicPr>
          <p:nvPr/>
        </p:nvPicPr>
        <p:blipFill>
          <a:blip r:embed="rId8"/>
          <a:stretch>
            <a:fillRect/>
          </a:stretch>
        </p:blipFill>
        <p:spPr>
          <a:xfrm>
            <a:off x="33064700" y="11225091"/>
            <a:ext cx="9971461" cy="5608946"/>
          </a:xfrm>
          <a:prstGeom prst="rect">
            <a:avLst/>
          </a:prstGeom>
        </p:spPr>
      </p:pic>
      <p:sp>
        <p:nvSpPr>
          <p:cNvPr id="11" name="Google Shape;120;p1">
            <a:extLst>
              <a:ext uri="{FF2B5EF4-FFF2-40B4-BE49-F238E27FC236}">
                <a16:creationId xmlns:a16="http://schemas.microsoft.com/office/drawing/2014/main" id="{7B7877F4-4A4A-9DB6-A7BE-FC15C2C8B14B}"/>
              </a:ext>
            </a:extLst>
          </p:cNvPr>
          <p:cNvSpPr/>
          <p:nvPr/>
        </p:nvSpPr>
        <p:spPr>
          <a:xfrm>
            <a:off x="11487994" y="26967903"/>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Future / Emerging Considerations</a:t>
            </a:r>
            <a:endParaRPr sz="3600" i="0" u="none" strike="noStrike" cap="none" dirty="0">
              <a:solidFill>
                <a:srgbClr val="000000"/>
              </a:solidFill>
              <a:latin typeface="Garamond"/>
              <a:ea typeface="Garamond"/>
              <a:cs typeface="Garamond"/>
              <a:sym typeface="Garamond"/>
            </a:endParaRPr>
          </a:p>
        </p:txBody>
      </p:sp>
      <p:sp>
        <p:nvSpPr>
          <p:cNvPr id="13" name="TextBox 12">
            <a:extLst>
              <a:ext uri="{FF2B5EF4-FFF2-40B4-BE49-F238E27FC236}">
                <a16:creationId xmlns:a16="http://schemas.microsoft.com/office/drawing/2014/main" id="{2E3BC125-12E4-6C02-9AF4-1880C23FC3A2}"/>
              </a:ext>
            </a:extLst>
          </p:cNvPr>
          <p:cNvSpPr txBox="1"/>
          <p:nvPr/>
        </p:nvSpPr>
        <p:spPr>
          <a:xfrm>
            <a:off x="699975" y="26832403"/>
            <a:ext cx="9964411" cy="5293757"/>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a:t>
            </a:r>
            <a:r>
              <a:rPr lang="en-US" sz="3000" b="1" dirty="0">
                <a:latin typeface="Garamond"/>
                <a:ea typeface="Garamond"/>
                <a:cs typeface="Garamond"/>
                <a:sym typeface="Garamond"/>
              </a:rPr>
              <a:t> </a:t>
            </a:r>
            <a:r>
              <a:rPr lang="en-US" sz="3000" dirty="0">
                <a:latin typeface="Garamond"/>
                <a:ea typeface="Garamond"/>
                <a:cs typeface="Garamond"/>
                <a:sym typeface="Garamond"/>
              </a:rPr>
              <a:t>Govindaswamy, V. Software Engineering Lecture 1 &amp; 2: Basics of Software Engineering &amp; Software Processes. Course Presentation Slides, Concordia University Chicago.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a:t>
            </a:r>
            <a:r>
              <a:rPr lang="en-US" sz="3000" b="1" dirty="0">
                <a:latin typeface="Garamond"/>
                <a:ea typeface="Garamond"/>
                <a:cs typeface="Garamond"/>
                <a:sym typeface="Garamond"/>
              </a:rPr>
              <a:t> </a:t>
            </a:r>
            <a:r>
              <a:rPr lang="en-US" sz="3000" dirty="0">
                <a:latin typeface="Garamond"/>
                <a:ea typeface="Garamond"/>
                <a:cs typeface="Garamond"/>
                <a:sym typeface="Garamond"/>
              </a:rPr>
              <a:t>Shopify Engineering. How Shopify Delivers Software at Scale: Continuous Delivery &amp; Microservices. Shopify Tech Blog.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a:t>
            </a:r>
            <a:r>
              <a:rPr lang="en-US" sz="3000" b="1" dirty="0">
                <a:latin typeface="Garamond"/>
                <a:ea typeface="Garamond"/>
                <a:cs typeface="Garamond"/>
                <a:sym typeface="Garamond"/>
              </a:rPr>
              <a:t> </a:t>
            </a:r>
            <a:r>
              <a:rPr lang="en-US" sz="3000" dirty="0">
                <a:latin typeface="Garamond"/>
                <a:ea typeface="Garamond"/>
                <a:cs typeface="Garamond"/>
                <a:sym typeface="Garamond"/>
              </a:rPr>
              <a:t>Epic Systems Corporation. EpicCare Security Features &amp; Healthcare Regulatory Compliance Standards. Digital Health Engineering Guide.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a:t>
            </a:r>
            <a:r>
              <a:rPr lang="en-US" sz="3000" b="1" dirty="0">
                <a:latin typeface="Garamond"/>
                <a:ea typeface="Garamond"/>
                <a:cs typeface="Garamond"/>
                <a:sym typeface="Garamond"/>
              </a:rPr>
              <a:t> </a:t>
            </a:r>
            <a:r>
              <a:rPr lang="en-US" sz="3000" dirty="0">
                <a:latin typeface="Garamond"/>
                <a:ea typeface="Garamond"/>
                <a:cs typeface="Garamond"/>
                <a:sym typeface="Garamond"/>
              </a:rPr>
              <a:t>Accountable HQ. Epic HIPAA Compliance: Administrative, Technical Controls, and Change Oversight. Security &amp; Compliance Guide.</a:t>
            </a:r>
          </a:p>
        </p:txBody>
      </p:sp>
      <p:sp>
        <p:nvSpPr>
          <p:cNvPr id="16" name="Google Shape;120;p1">
            <a:extLst>
              <a:ext uri="{FF2B5EF4-FFF2-40B4-BE49-F238E27FC236}">
                <a16:creationId xmlns:a16="http://schemas.microsoft.com/office/drawing/2014/main" id="{5D083A3B-500C-8AD4-0BE3-226C98ACA671}"/>
              </a:ext>
            </a:extLst>
          </p:cNvPr>
          <p:cNvSpPr/>
          <p:nvPr/>
        </p:nvSpPr>
        <p:spPr>
          <a:xfrm>
            <a:off x="682105" y="26257174"/>
            <a:ext cx="9982200" cy="579300"/>
          </a:xfrm>
          <a:prstGeom prst="rect">
            <a:avLst/>
          </a:prstGeom>
          <a:solidFill>
            <a:srgbClr val="660066"/>
          </a:solidFill>
          <a:ln>
            <a:noFill/>
          </a:ln>
        </p:spPr>
        <p:txBody>
          <a:bodyPr spcFirstLastPara="1" wrap="square" lIns="45600" tIns="45600" rIns="45600" bIns="45600" anchor="t"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600" b="1" dirty="0">
                <a:solidFill>
                  <a:srgbClr val="F8F8F8"/>
                </a:solidFill>
                <a:latin typeface="Garamond"/>
                <a:ea typeface="Garamond"/>
                <a:cs typeface="Garamond"/>
                <a:sym typeface="Garamond"/>
              </a:rPr>
              <a:t>References</a:t>
            </a:r>
            <a:endParaRPr sz="3600" i="0" u="none" strike="noStrike" cap="none" dirty="0">
              <a:solidFill>
                <a:srgbClr val="000000"/>
              </a:solidFill>
              <a:latin typeface="Garamond"/>
              <a:ea typeface="Garamond"/>
              <a:cs typeface="Garamond"/>
              <a:sym typeface="Garamond"/>
            </a:endParaRPr>
          </a:p>
        </p:txBody>
      </p:sp>
      <p:sp>
        <p:nvSpPr>
          <p:cNvPr id="21" name="TextBox 20">
            <a:extLst>
              <a:ext uri="{FF2B5EF4-FFF2-40B4-BE49-F238E27FC236}">
                <a16:creationId xmlns:a16="http://schemas.microsoft.com/office/drawing/2014/main" id="{622FA1D7-6480-0D40-BF2E-98315D2CBBA1}"/>
              </a:ext>
            </a:extLst>
          </p:cNvPr>
          <p:cNvSpPr txBox="1"/>
          <p:nvPr/>
        </p:nvSpPr>
        <p:spPr>
          <a:xfrm>
            <a:off x="11505781" y="27677841"/>
            <a:ext cx="9964411" cy="4524315"/>
          </a:xfrm>
          <a:prstGeom prst="rect">
            <a:avLst/>
          </a:prstGeom>
          <a:noFill/>
        </p:spPr>
        <p:txBody>
          <a:bodyPr wrap="square">
            <a:spAutoFit/>
          </a:bodyPr>
          <a:lstStyle/>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Artificial Intelligence (AI): </a:t>
            </a:r>
            <a:r>
              <a:rPr lang="en-US" sz="3200" dirty="0">
                <a:latin typeface="Garamond"/>
                <a:ea typeface="Garamond"/>
                <a:cs typeface="Garamond"/>
                <a:sym typeface="Garamond"/>
              </a:rPr>
              <a:t>AI-assisted code generation (GitHub Copilot), automated test case synthesis, predictive defect analysis, and AI-driven </a:t>
            </a:r>
            <a:r>
              <a:rPr lang="en-US" sz="3000" dirty="0">
                <a:latin typeface="Garamond"/>
                <a:ea typeface="Garamond"/>
                <a:cs typeface="Garamond"/>
                <a:sym typeface="Garamond"/>
              </a:rPr>
              <a:t>personalized</a:t>
            </a:r>
            <a:r>
              <a:rPr lang="en-US" sz="3200" dirty="0">
                <a:latin typeface="Garamond"/>
                <a:ea typeface="Garamond"/>
                <a:cs typeface="Garamond"/>
                <a:sym typeface="Garamond"/>
              </a:rPr>
              <a:t> </a:t>
            </a:r>
            <a:r>
              <a:rPr lang="en-US" sz="3000" dirty="0">
                <a:latin typeface="Garamond"/>
                <a:ea typeface="Garamond"/>
                <a:cs typeface="Garamond"/>
                <a:sym typeface="Garamond"/>
              </a:rPr>
              <a:t>budgeting/analytics.</a:t>
            </a:r>
            <a:r>
              <a:rPr lang="en-US" sz="3200" dirty="0">
                <a:latin typeface="Garamond"/>
                <a:ea typeface="Garamond"/>
                <a:cs typeface="Garamond"/>
                <a:sym typeface="Garamond"/>
              </a:rPr>
              <a:t>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DevOps &amp; Infrastructure Automation: </a:t>
            </a:r>
            <a:r>
              <a:rPr lang="en-US" sz="3200" dirty="0">
                <a:latin typeface="Garamond"/>
                <a:ea typeface="Garamond"/>
                <a:cs typeface="Garamond"/>
                <a:sym typeface="Garamond"/>
              </a:rPr>
              <a:t>Infrastructure-as-code and cloud microservices enabling zero-downtime updates. </a:t>
            </a:r>
          </a:p>
          <a:p>
            <a:pPr marL="0" marR="0" lvl="0" indent="0" algn="l" rtl="0">
              <a:lnSpc>
                <a:spcPct val="100000"/>
              </a:lnSpc>
              <a:spcBef>
                <a:spcPts val="0"/>
              </a:spcBef>
              <a:spcAft>
                <a:spcPts val="0"/>
              </a:spcAft>
              <a:buClr>
                <a:srgbClr val="000000"/>
              </a:buClr>
              <a:buSzPts val="2900"/>
              <a:buFont typeface="Arial"/>
              <a:buNone/>
            </a:pPr>
            <a:r>
              <a:rPr lang="en-US" sz="3200" b="1" dirty="0">
                <a:latin typeface="Garamond"/>
                <a:ea typeface="Garamond"/>
                <a:cs typeface="Garamond"/>
                <a:sym typeface="Garamond"/>
              </a:rPr>
              <a:t>DevSecOps &amp; Compliance Automation: </a:t>
            </a:r>
            <a:r>
              <a:rPr lang="en-US" sz="3200" dirty="0">
                <a:latin typeface="Garamond"/>
                <a:ea typeface="Garamond"/>
                <a:cs typeface="Garamond"/>
                <a:sym typeface="Garamond"/>
              </a:rPr>
              <a:t>Automated static/dynamic vulnerability testing and automated HIPAA compliance validation directly integrated into build pipelines. </a:t>
            </a:r>
          </a:p>
        </p:txBody>
      </p:sp>
    </p:spTree>
  </p:cSld>
  <p:clrMapOvr>
    <a:masterClrMapping/>
  </p:clrMapOvr>
</p:sld>
</file>

<file path=ppt/theme/theme1.xml><?xml version="1.0" encoding="utf-8"?>
<a:theme xmlns:a="http://schemas.openxmlformats.org/drawingml/2006/main" name="1_Default">
  <a:themeElements>
    <a:clrScheme name="1_Default 2">
      <a:dk1>
        <a:srgbClr val="000000"/>
      </a:dk1>
      <a:lt1>
        <a:srgbClr val="AABAC9"/>
      </a:lt1>
      <a:dk2>
        <a:srgbClr val="A7A7A7"/>
      </a:dk2>
      <a:lt2>
        <a:srgbClr val="535353"/>
      </a:lt2>
      <a:accent1>
        <a:srgbClr val="D7D7D7"/>
      </a:accent1>
      <a:accent2>
        <a:srgbClr val="006BD6"/>
      </a:accent2>
      <a:accent3>
        <a:srgbClr val="D2D9E1"/>
      </a:accent3>
      <a:accent4>
        <a:srgbClr val="000000"/>
      </a:accent4>
      <a:accent5>
        <a:srgbClr val="E8E8E8"/>
      </a:accent5>
      <a:accent6>
        <a:srgbClr val="0060C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efault">
  <a:themeElements>
    <a:clrScheme name="Default">
      <a:dk1>
        <a:srgbClr val="000000"/>
      </a:dk1>
      <a:lt1>
        <a:srgbClr val="AABAC9"/>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Default">
  <a:themeElements>
    <a:clrScheme name="Default">
      <a:dk1>
        <a:srgbClr val="000000"/>
      </a:dk1>
      <a:lt1>
        <a:srgbClr val="FFFFFF"/>
      </a:lt1>
      <a:dk2>
        <a:srgbClr val="A7A7A7"/>
      </a:dk2>
      <a:lt2>
        <a:srgbClr val="535353"/>
      </a:lt2>
      <a:accent1>
        <a:srgbClr val="D7D7D7"/>
      </a:accent1>
      <a:accent2>
        <a:srgbClr val="003466"/>
      </a:accent2>
      <a:accent3>
        <a:srgbClr val="D0D7DF"/>
      </a:accent3>
      <a:accent4>
        <a:srgbClr val="707070"/>
      </a:accent4>
      <a:accent5>
        <a:srgbClr val="E6E6E6"/>
      </a:accent5>
      <a:accent6>
        <a:srgbClr val="002F5C"/>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7E299106AD81444A6F4DF45579CD1BD" ma:contentTypeVersion="5" ma:contentTypeDescription="Create a new document." ma:contentTypeScope="" ma:versionID="12d277a6da644a77d3620c695d63b433">
  <xsd:schema xmlns:xsd="http://www.w3.org/2001/XMLSchema" xmlns:xs="http://www.w3.org/2001/XMLSchema" xmlns:p="http://schemas.microsoft.com/office/2006/metadata/properties" xmlns:ns3="a7f6d864-f285-4eca-8258-d11577f38d23" targetNamespace="http://schemas.microsoft.com/office/2006/metadata/properties" ma:root="true" ma:fieldsID="fc45c40bd978024071c152340c0c4b1d" ns3:_="">
    <xsd:import namespace="a7f6d864-f285-4eca-8258-d11577f38d2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7f6d864-f285-4eca-8258-d11577f38d2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7f6d864-f285-4eca-8258-d11577f38d23" xsi:nil="true"/>
  </documentManagement>
</p:properties>
</file>

<file path=customXml/itemProps1.xml><?xml version="1.0" encoding="utf-8"?>
<ds:datastoreItem xmlns:ds="http://schemas.openxmlformats.org/officeDocument/2006/customXml" ds:itemID="{CFB16225-CE44-4EB7-8112-F26E7060BCF4}">
  <ds:schemaRefs>
    <ds:schemaRef ds:uri="http://schemas.microsoft.com/sharepoint/v3/contenttype/forms"/>
  </ds:schemaRefs>
</ds:datastoreItem>
</file>

<file path=customXml/itemProps2.xml><?xml version="1.0" encoding="utf-8"?>
<ds:datastoreItem xmlns:ds="http://schemas.openxmlformats.org/officeDocument/2006/customXml" ds:itemID="{CA3A9F9E-FA1C-439D-AB8F-65BA5C0D1CD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7f6d864-f285-4eca-8258-d11577f38d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EBBACAC-DD62-48D1-8C6A-88FB4B9C39C8}">
  <ds:schemaRefs>
    <ds:schemaRef ds:uri="a7f6d864-f285-4eca-8258-d11577f38d23"/>
    <ds:schemaRef ds:uri="http://www.w3.org/XML/1998/namespace"/>
    <ds:schemaRef ds:uri="http://schemas.openxmlformats.org/package/2006/metadata/core-properties"/>
    <ds:schemaRef ds:uri="http://purl.org/dc/dcmitype/"/>
    <ds:schemaRef ds:uri="http://schemas.microsoft.com/office/2006/metadata/properties"/>
    <ds:schemaRef ds:uri="http://schemas.microsoft.com/office/2006/documentManagement/types"/>
    <ds:schemaRef ds:uri="http://purl.org/dc/elements/1.1/"/>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IEEEXtreme HST presentation Yino Alva, Myla Arganoza</Template>
  <TotalTime>240</TotalTime>
  <Words>1293</Words>
  <Application>Microsoft Office PowerPoint</Application>
  <PresentationFormat>Custom</PresentationFormat>
  <Paragraphs>92</Paragraphs>
  <Slides>1</Slides>
  <Notes>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vt:i4>
      </vt:variant>
    </vt:vector>
  </HeadingPairs>
  <TitlesOfParts>
    <vt:vector size="7" baseType="lpstr">
      <vt:lpstr>Arial</vt:lpstr>
      <vt:lpstr>Helvetica Neue</vt:lpstr>
      <vt:lpstr>Garamond</vt:lpstr>
      <vt:lpstr>Arial Black</vt:lpstr>
      <vt:lpstr>1_Default</vt:lpstr>
      <vt:lpstr>Default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Alva, Yino</dc:creator>
  <cp:lastModifiedBy>Alva, Yino</cp:lastModifiedBy>
  <cp:revision>1</cp:revision>
  <dcterms:created xsi:type="dcterms:W3CDTF">2026-10-26T04:09:09Z</dcterms:created>
  <dcterms:modified xsi:type="dcterms:W3CDTF">2026-10-27T03:03:16Z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0x01010047E299106AD81444A6F4DF45579CD1BD</vt:lpwstr>
  </property>
</Properties>
</file>