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57" r:id="rId3"/>
    <p:sldId id="258" r:id="rId4"/>
    <p:sldId id="260" r:id="rId5"/>
    <p:sldId id="262" r:id="rId6"/>
    <p:sldId id="264" r:id="rId7"/>
    <p:sldId id="265" r:id="rId8"/>
    <p:sldId id="268" r:id="rId9"/>
    <p:sldId id="295" r:id="rId10"/>
    <p:sldId id="270"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6" r:id="rId31"/>
    <p:sldId id="292" r:id="rId32"/>
    <p:sldId id="293" r:id="rId33"/>
    <p:sldId id="294" r:id="rId34"/>
    <p:sldId id="291" r:id="rId35"/>
    <p:sldId id="297" r:id="rId36"/>
    <p:sldId id="298"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554EA5-0D0D-486D-9A75-7A6069261832}" v="76" dt="2026-10-20T02:10:36.6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9" d="100"/>
          <a:sy n="69" d="100"/>
        </p:scale>
        <p:origin x="564"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va, Yino" userId="38f0b612-f79a-4792-8216-9b24e8e28507" providerId="ADAL" clId="{38B63EF4-3A5B-440F-A221-BB65635FC649}"/>
    <pc:docChg chg="undo redo custSel addSld delSld modSld">
      <pc:chgData name="Alva, Yino" userId="38f0b612-f79a-4792-8216-9b24e8e28507" providerId="ADAL" clId="{38B63EF4-3A5B-440F-A221-BB65635FC649}" dt="2026-10-20T02:10:41.995" v="956" actId="20577"/>
      <pc:docMkLst>
        <pc:docMk/>
      </pc:docMkLst>
      <pc:sldChg chg="addSp delSp modSp mod delDesignElem">
        <pc:chgData name="Alva, Yino" userId="38f0b612-f79a-4792-8216-9b24e8e28507" providerId="ADAL" clId="{38B63EF4-3A5B-440F-A221-BB65635FC649}" dt="2026-10-20T01:20:38.346" v="611" actId="26606"/>
        <pc:sldMkLst>
          <pc:docMk/>
          <pc:sldMk cId="2391277998" sldId="256"/>
        </pc:sldMkLst>
        <pc:spChg chg="mod">
          <ac:chgData name="Alva, Yino" userId="38f0b612-f79a-4792-8216-9b24e8e28507" providerId="ADAL" clId="{38B63EF4-3A5B-440F-A221-BB65635FC649}" dt="2026-10-20T01:20:38.346" v="611" actId="26606"/>
          <ac:spMkLst>
            <pc:docMk/>
            <pc:sldMk cId="2391277998" sldId="256"/>
            <ac:spMk id="2" creationId="{C32E42B3-DB33-18FE-B408-5F40439C870D}"/>
          </ac:spMkLst>
        </pc:spChg>
        <pc:spChg chg="mod">
          <ac:chgData name="Alva, Yino" userId="38f0b612-f79a-4792-8216-9b24e8e28507" providerId="ADAL" clId="{38B63EF4-3A5B-440F-A221-BB65635FC649}" dt="2026-10-20T01:20:38.346" v="611" actId="26606"/>
          <ac:spMkLst>
            <pc:docMk/>
            <pc:sldMk cId="2391277998" sldId="256"/>
            <ac:spMk id="3" creationId="{A4201614-E06B-145D-9D65-EB6607D066EB}"/>
          </ac:spMkLst>
        </pc:spChg>
        <pc:spChg chg="add">
          <ac:chgData name="Alva, Yino" userId="38f0b612-f79a-4792-8216-9b24e8e28507" providerId="ADAL" clId="{38B63EF4-3A5B-440F-A221-BB65635FC649}" dt="2026-10-20T01:20:38.346" v="611" actId="26606"/>
          <ac:spMkLst>
            <pc:docMk/>
            <pc:sldMk cId="2391277998" sldId="256"/>
            <ac:spMk id="5" creationId="{0E30439A-8A5B-46EC-8283-9B6B031D40D0}"/>
          </ac:spMkLst>
        </pc:spChg>
        <pc:spChg chg="add">
          <ac:chgData name="Alva, Yino" userId="38f0b612-f79a-4792-8216-9b24e8e28507" providerId="ADAL" clId="{38B63EF4-3A5B-440F-A221-BB65635FC649}" dt="2026-10-20T01:20:38.346" v="611" actId="26606"/>
          <ac:spMkLst>
            <pc:docMk/>
            <pc:sldMk cId="2391277998" sldId="256"/>
            <ac:spMk id="6" creationId="{5CEAD642-85CF-4750-8432-7C80C901F001}"/>
          </ac:spMkLst>
        </pc:spChg>
        <pc:spChg chg="add">
          <ac:chgData name="Alva, Yino" userId="38f0b612-f79a-4792-8216-9b24e8e28507" providerId="ADAL" clId="{38B63EF4-3A5B-440F-A221-BB65635FC649}" dt="2026-10-20T01:20:38.346" v="611" actId="26606"/>
          <ac:spMkLst>
            <pc:docMk/>
            <pc:sldMk cId="2391277998" sldId="256"/>
            <ac:spMk id="7" creationId="{FA33EEAE-15D5-4119-8C1E-89D943F911EF}"/>
          </ac:spMkLst>
        </pc:spChg>
        <pc:spChg chg="del">
          <ac:chgData name="Alva, Yino" userId="38f0b612-f79a-4792-8216-9b24e8e28507" providerId="ADAL" clId="{38B63EF4-3A5B-440F-A221-BB65635FC649}" dt="2026-10-20T01:06:41.651" v="567"/>
          <ac:spMkLst>
            <pc:docMk/>
            <pc:sldMk cId="2391277998" sldId="256"/>
            <ac:spMk id="8" creationId="{8C790BE2-4E4F-4AAF-81A2-4A6F4885EBE6}"/>
          </ac:spMkLst>
        </pc:spChg>
        <pc:spChg chg="add">
          <ac:chgData name="Alva, Yino" userId="38f0b612-f79a-4792-8216-9b24e8e28507" providerId="ADAL" clId="{38B63EF4-3A5B-440F-A221-BB65635FC649}" dt="2026-10-20T01:20:38.346" v="611" actId="26606"/>
          <ac:spMkLst>
            <pc:docMk/>
            <pc:sldMk cId="2391277998" sldId="256"/>
            <ac:spMk id="9" creationId="{730D8B3B-9B80-4025-B934-26DC7D7CD231}"/>
          </ac:spMkLst>
        </pc:spChg>
        <pc:spChg chg="del">
          <ac:chgData name="Alva, Yino" userId="38f0b612-f79a-4792-8216-9b24e8e28507" providerId="ADAL" clId="{38B63EF4-3A5B-440F-A221-BB65635FC649}" dt="2026-10-20T01:06:41.651" v="567"/>
          <ac:spMkLst>
            <pc:docMk/>
            <pc:sldMk cId="2391277998" sldId="256"/>
            <ac:spMk id="10" creationId="{D28B54C3-B57B-472A-B96E-1FCB67093DC2}"/>
          </ac:spMkLst>
        </pc:spChg>
        <pc:spChg chg="add">
          <ac:chgData name="Alva, Yino" userId="38f0b612-f79a-4792-8216-9b24e8e28507" providerId="ADAL" clId="{38B63EF4-3A5B-440F-A221-BB65635FC649}" dt="2026-10-20T01:20:38.346" v="611" actId="26606"/>
          <ac:spMkLst>
            <pc:docMk/>
            <pc:sldMk cId="2391277998" sldId="256"/>
            <ac:spMk id="11" creationId="{B5A1B09C-1565-46F8-B70F-621C5EB48A09}"/>
          </ac:spMkLst>
        </pc:spChg>
        <pc:spChg chg="del">
          <ac:chgData name="Alva, Yino" userId="38f0b612-f79a-4792-8216-9b24e8e28507" providerId="ADAL" clId="{38B63EF4-3A5B-440F-A221-BB65635FC649}" dt="2026-10-20T01:06:41.651" v="567"/>
          <ac:spMkLst>
            <pc:docMk/>
            <pc:sldMk cId="2391277998" sldId="256"/>
            <ac:spMk id="12" creationId="{7DB3C429-F8DA-49B9-AF84-21996FCF78B5}"/>
          </ac:spMkLst>
        </pc:spChg>
        <pc:spChg chg="add">
          <ac:chgData name="Alva, Yino" userId="38f0b612-f79a-4792-8216-9b24e8e28507" providerId="ADAL" clId="{38B63EF4-3A5B-440F-A221-BB65635FC649}" dt="2026-10-20T01:20:38.346" v="611" actId="26606"/>
          <ac:spMkLst>
            <pc:docMk/>
            <pc:sldMk cId="2391277998" sldId="256"/>
            <ac:spMk id="13" creationId="{8C516CC8-80AC-446C-A56E-9F54B7210402}"/>
          </ac:spMkLst>
        </pc:spChg>
        <pc:spChg chg="del">
          <ac:chgData name="Alva, Yino" userId="38f0b612-f79a-4792-8216-9b24e8e28507" providerId="ADAL" clId="{38B63EF4-3A5B-440F-A221-BB65635FC649}" dt="2026-10-20T01:06:41.651" v="567"/>
          <ac:spMkLst>
            <pc:docMk/>
            <pc:sldMk cId="2391277998" sldId="256"/>
            <ac:spMk id="14" creationId="{E12088DD-B1AD-40E0-8B86-1D87A2CCD9BE}"/>
          </ac:spMkLst>
        </pc:spChg>
        <pc:spChg chg="add">
          <ac:chgData name="Alva, Yino" userId="38f0b612-f79a-4792-8216-9b24e8e28507" providerId="ADAL" clId="{38B63EF4-3A5B-440F-A221-BB65635FC649}" dt="2026-10-20T01:20:38.346" v="611" actId="26606"/>
          <ac:spMkLst>
            <pc:docMk/>
            <pc:sldMk cId="2391277998" sldId="256"/>
            <ac:spMk id="15" creationId="{53947E58-F088-49F1-A3D1-DEA690192E84}"/>
          </ac:spMkLst>
        </pc:spChg>
        <pc:spChg chg="del">
          <ac:chgData name="Alva, Yino" userId="38f0b612-f79a-4792-8216-9b24e8e28507" providerId="ADAL" clId="{38B63EF4-3A5B-440F-A221-BB65635FC649}" dt="2026-10-20T01:06:41.651" v="567"/>
          <ac:spMkLst>
            <pc:docMk/>
            <pc:sldMk cId="2391277998" sldId="256"/>
            <ac:spMk id="16" creationId="{C4C9F2B0-1044-46EB-8AEB-C3BFFDE6C2CC}"/>
          </ac:spMkLst>
        </pc:spChg>
        <pc:spChg chg="del">
          <ac:chgData name="Alva, Yino" userId="38f0b612-f79a-4792-8216-9b24e8e28507" providerId="ADAL" clId="{38B63EF4-3A5B-440F-A221-BB65635FC649}" dt="2026-10-20T01:06:41.651" v="567"/>
          <ac:spMkLst>
            <pc:docMk/>
            <pc:sldMk cId="2391277998" sldId="256"/>
            <ac:spMk id="18" creationId="{0C395952-4E26-45A2-8756-2ADFD6E53C6E}"/>
          </ac:spMkLst>
        </pc:spChg>
        <pc:spChg chg="del">
          <ac:chgData name="Alva, Yino" userId="38f0b612-f79a-4792-8216-9b24e8e28507" providerId="ADAL" clId="{38B63EF4-3A5B-440F-A221-BB65635FC649}" dt="2026-10-20T01:06:41.651" v="567"/>
          <ac:spMkLst>
            <pc:docMk/>
            <pc:sldMk cId="2391277998" sldId="256"/>
            <ac:spMk id="20" creationId="{4734BADF-9461-4621-B112-2D7BABEA7DD0}"/>
          </ac:spMkLst>
        </pc:spChg>
      </pc:sldChg>
      <pc:sldChg chg="addSp delSp mod delDesignElem">
        <pc:chgData name="Alva, Yino" userId="38f0b612-f79a-4792-8216-9b24e8e28507" providerId="ADAL" clId="{38B63EF4-3A5B-440F-A221-BB65635FC649}" dt="2026-10-20T01:20:44.543" v="612" actId="26606"/>
        <pc:sldMkLst>
          <pc:docMk/>
          <pc:sldMk cId="2955815543" sldId="257"/>
        </pc:sldMkLst>
        <pc:spChg chg="add">
          <ac:chgData name="Alva, Yino" userId="38f0b612-f79a-4792-8216-9b24e8e28507" providerId="ADAL" clId="{38B63EF4-3A5B-440F-A221-BB65635FC649}" dt="2026-10-20T01:20:44.543" v="612" actId="26606"/>
          <ac:spMkLst>
            <pc:docMk/>
            <pc:sldMk cId="2955815543" sldId="257"/>
            <ac:spMk id="5" creationId="{DEE2AD96-B495-4E06-9291-B71706F728CB}"/>
          </ac:spMkLst>
        </pc:spChg>
        <pc:spChg chg="add">
          <ac:chgData name="Alva, Yino" userId="38f0b612-f79a-4792-8216-9b24e8e28507" providerId="ADAL" clId="{38B63EF4-3A5B-440F-A221-BB65635FC649}" dt="2026-10-20T01:20:44.543" v="612" actId="26606"/>
          <ac:spMkLst>
            <pc:docMk/>
            <pc:sldMk cId="2955815543" sldId="257"/>
            <ac:spMk id="6" creationId="{53CF6D67-C5A8-4ADD-9E8E-1E38CA1D3166}"/>
          </ac:spMkLst>
        </pc:spChg>
        <pc:spChg chg="add">
          <ac:chgData name="Alva, Yino" userId="38f0b612-f79a-4792-8216-9b24e8e28507" providerId="ADAL" clId="{38B63EF4-3A5B-440F-A221-BB65635FC649}" dt="2026-10-20T01:20:44.543" v="612" actId="26606"/>
          <ac:spMkLst>
            <pc:docMk/>
            <pc:sldMk cId="2955815543" sldId="257"/>
            <ac:spMk id="7" creationId="{86909FA0-B515-4681-B7A8-FA281D133B94}"/>
          </ac:spMkLst>
        </pc:spChg>
        <pc:spChg chg="del">
          <ac:chgData name="Alva, Yino" userId="38f0b612-f79a-4792-8216-9b24e8e28507" providerId="ADAL" clId="{38B63EF4-3A5B-440F-A221-BB65635FC649}" dt="2026-10-20T01:06:41.651" v="567"/>
          <ac:spMkLst>
            <pc:docMk/>
            <pc:sldMk cId="2955815543" sldId="257"/>
            <ac:spMk id="8" creationId="{DEE2AD96-B495-4E06-9291-B71706F728CB}"/>
          </ac:spMkLst>
        </pc:spChg>
        <pc:spChg chg="add">
          <ac:chgData name="Alva, Yino" userId="38f0b612-f79a-4792-8216-9b24e8e28507" providerId="ADAL" clId="{38B63EF4-3A5B-440F-A221-BB65635FC649}" dt="2026-10-20T01:20:44.543" v="612" actId="26606"/>
          <ac:spMkLst>
            <pc:docMk/>
            <pc:sldMk cId="2955815543" sldId="257"/>
            <ac:spMk id="9" creationId="{21C9FE86-FCC3-4A31-AA1C-C882262B7FE7}"/>
          </ac:spMkLst>
        </pc:spChg>
        <pc:spChg chg="del">
          <ac:chgData name="Alva, Yino" userId="38f0b612-f79a-4792-8216-9b24e8e28507" providerId="ADAL" clId="{38B63EF4-3A5B-440F-A221-BB65635FC649}" dt="2026-10-20T01:06:41.651" v="567"/>
          <ac:spMkLst>
            <pc:docMk/>
            <pc:sldMk cId="2955815543" sldId="257"/>
            <ac:spMk id="10" creationId="{53CF6D67-C5A8-4ADD-9E8E-1E38CA1D3166}"/>
          </ac:spMkLst>
        </pc:spChg>
        <pc:spChg chg="add">
          <ac:chgData name="Alva, Yino" userId="38f0b612-f79a-4792-8216-9b24e8e28507" providerId="ADAL" clId="{38B63EF4-3A5B-440F-A221-BB65635FC649}" dt="2026-10-20T01:20:44.543" v="612" actId="26606"/>
          <ac:spMkLst>
            <pc:docMk/>
            <pc:sldMk cId="2955815543" sldId="257"/>
            <ac:spMk id="11" creationId="{7D96243B-ECED-4B71-8E06-AE9A285EAD20}"/>
          </ac:spMkLst>
        </pc:spChg>
        <pc:spChg chg="del">
          <ac:chgData name="Alva, Yino" userId="38f0b612-f79a-4792-8216-9b24e8e28507" providerId="ADAL" clId="{38B63EF4-3A5B-440F-A221-BB65635FC649}" dt="2026-10-20T01:06:41.651" v="567"/>
          <ac:spMkLst>
            <pc:docMk/>
            <pc:sldMk cId="2955815543" sldId="257"/>
            <ac:spMk id="12" creationId="{86909FA0-B515-4681-B7A8-FA281D133B94}"/>
          </ac:spMkLst>
        </pc:spChg>
        <pc:spChg chg="add">
          <ac:chgData name="Alva, Yino" userId="38f0b612-f79a-4792-8216-9b24e8e28507" providerId="ADAL" clId="{38B63EF4-3A5B-440F-A221-BB65635FC649}" dt="2026-10-20T01:20:44.543" v="612" actId="26606"/>
          <ac:spMkLst>
            <pc:docMk/>
            <pc:sldMk cId="2955815543" sldId="257"/>
            <ac:spMk id="13" creationId="{A09989E4-EFDC-4A90-A633-E0525FB4139E}"/>
          </ac:spMkLst>
        </pc:spChg>
        <pc:spChg chg="del">
          <ac:chgData name="Alva, Yino" userId="38f0b612-f79a-4792-8216-9b24e8e28507" providerId="ADAL" clId="{38B63EF4-3A5B-440F-A221-BB65635FC649}" dt="2026-10-20T01:06:41.651" v="567"/>
          <ac:spMkLst>
            <pc:docMk/>
            <pc:sldMk cId="2955815543" sldId="257"/>
            <ac:spMk id="14" creationId="{21C9FE86-FCC3-4A31-AA1C-C882262B7FE7}"/>
          </ac:spMkLst>
        </pc:spChg>
        <pc:spChg chg="del">
          <ac:chgData name="Alva, Yino" userId="38f0b612-f79a-4792-8216-9b24e8e28507" providerId="ADAL" clId="{38B63EF4-3A5B-440F-A221-BB65635FC649}" dt="2026-10-20T01:06:41.651" v="567"/>
          <ac:spMkLst>
            <pc:docMk/>
            <pc:sldMk cId="2955815543" sldId="257"/>
            <ac:spMk id="16" creationId="{7D96243B-ECED-4B71-8E06-AE9A285EAD20}"/>
          </ac:spMkLst>
        </pc:spChg>
        <pc:spChg chg="del">
          <ac:chgData name="Alva, Yino" userId="38f0b612-f79a-4792-8216-9b24e8e28507" providerId="ADAL" clId="{38B63EF4-3A5B-440F-A221-BB65635FC649}" dt="2026-10-20T01:06:41.651" v="567"/>
          <ac:spMkLst>
            <pc:docMk/>
            <pc:sldMk cId="2955815543" sldId="257"/>
            <ac:spMk id="18" creationId="{A09989E4-EFDC-4A90-A633-E0525FB4139E}"/>
          </ac:spMkLst>
        </pc:spChg>
      </pc:sldChg>
      <pc:sldChg chg="addSp delSp modSp mod delDesignElem">
        <pc:chgData name="Alva, Yino" userId="38f0b612-f79a-4792-8216-9b24e8e28507" providerId="ADAL" clId="{38B63EF4-3A5B-440F-A221-BB65635FC649}" dt="2026-10-20T01:20:49.135" v="613" actId="26606"/>
        <pc:sldMkLst>
          <pc:docMk/>
          <pc:sldMk cId="3166010599" sldId="258"/>
        </pc:sldMkLst>
        <pc:spChg chg="mod">
          <ac:chgData name="Alva, Yino" userId="38f0b612-f79a-4792-8216-9b24e8e28507" providerId="ADAL" clId="{38B63EF4-3A5B-440F-A221-BB65635FC649}" dt="2026-10-20T01:20:49.135" v="613" actId="26606"/>
          <ac:spMkLst>
            <pc:docMk/>
            <pc:sldMk cId="3166010599" sldId="258"/>
            <ac:spMk id="3" creationId="{EB9D29F6-ABB5-5EA8-4FF2-744006D8EE39}"/>
          </ac:spMkLst>
        </pc:spChg>
        <pc:spChg chg="add">
          <ac:chgData name="Alva, Yino" userId="38f0b612-f79a-4792-8216-9b24e8e28507" providerId="ADAL" clId="{38B63EF4-3A5B-440F-A221-BB65635FC649}" dt="2026-10-20T01:20:49.135" v="613" actId="26606"/>
          <ac:spMkLst>
            <pc:docMk/>
            <pc:sldMk cId="3166010599" sldId="258"/>
            <ac:spMk id="5" creationId="{DEE2AD96-B495-4E06-9291-B71706F728CB}"/>
          </ac:spMkLst>
        </pc:spChg>
        <pc:spChg chg="add">
          <ac:chgData name="Alva, Yino" userId="38f0b612-f79a-4792-8216-9b24e8e28507" providerId="ADAL" clId="{38B63EF4-3A5B-440F-A221-BB65635FC649}" dt="2026-10-20T01:20:49.135" v="613" actId="26606"/>
          <ac:spMkLst>
            <pc:docMk/>
            <pc:sldMk cId="3166010599" sldId="258"/>
            <ac:spMk id="6" creationId="{53CF6D67-C5A8-4ADD-9E8E-1E38CA1D3166}"/>
          </ac:spMkLst>
        </pc:spChg>
        <pc:spChg chg="add">
          <ac:chgData name="Alva, Yino" userId="38f0b612-f79a-4792-8216-9b24e8e28507" providerId="ADAL" clId="{38B63EF4-3A5B-440F-A221-BB65635FC649}" dt="2026-10-20T01:20:49.135" v="613" actId="26606"/>
          <ac:spMkLst>
            <pc:docMk/>
            <pc:sldMk cId="3166010599" sldId="258"/>
            <ac:spMk id="7" creationId="{86909FA0-B515-4681-B7A8-FA281D133B94}"/>
          </ac:spMkLst>
        </pc:spChg>
        <pc:spChg chg="del">
          <ac:chgData name="Alva, Yino" userId="38f0b612-f79a-4792-8216-9b24e8e28507" providerId="ADAL" clId="{38B63EF4-3A5B-440F-A221-BB65635FC649}" dt="2026-10-20T01:06:41.651" v="567"/>
          <ac:spMkLst>
            <pc:docMk/>
            <pc:sldMk cId="3166010599" sldId="258"/>
            <ac:spMk id="8" creationId="{1BB867FF-FC45-48F7-8104-F89BE54909F1}"/>
          </ac:spMkLst>
        </pc:spChg>
        <pc:spChg chg="del">
          <ac:chgData name="Alva, Yino" userId="38f0b612-f79a-4792-8216-9b24e8e28507" providerId="ADAL" clId="{38B63EF4-3A5B-440F-A221-BB65635FC649}" dt="2026-10-20T01:06:41.651" v="567"/>
          <ac:spMkLst>
            <pc:docMk/>
            <pc:sldMk cId="3166010599" sldId="258"/>
            <ac:spMk id="10" creationId="{8BB56887-D0D5-4F0C-9E19-7247EB83C8B7}"/>
          </ac:spMkLst>
        </pc:spChg>
        <pc:spChg chg="del">
          <ac:chgData name="Alva, Yino" userId="38f0b612-f79a-4792-8216-9b24e8e28507" providerId="ADAL" clId="{38B63EF4-3A5B-440F-A221-BB65635FC649}" dt="2026-10-20T01:06:41.651" v="567"/>
          <ac:spMkLst>
            <pc:docMk/>
            <pc:sldMk cId="3166010599" sldId="258"/>
            <ac:spMk id="12" creationId="{081E4A58-353D-44AE-B2FC-2A74E2E400F7}"/>
          </ac:spMkLst>
        </pc:spChg>
        <pc:spChg chg="add">
          <ac:chgData name="Alva, Yino" userId="38f0b612-f79a-4792-8216-9b24e8e28507" providerId="ADAL" clId="{38B63EF4-3A5B-440F-A221-BB65635FC649}" dt="2026-10-20T01:20:49.135" v="613" actId="26606"/>
          <ac:spMkLst>
            <pc:docMk/>
            <pc:sldMk cId="3166010599" sldId="258"/>
            <ac:spMk id="14" creationId="{21C9FE86-FCC3-4A31-AA1C-C882262B7FE7}"/>
          </ac:spMkLst>
        </pc:spChg>
        <pc:spChg chg="add">
          <ac:chgData name="Alva, Yino" userId="38f0b612-f79a-4792-8216-9b24e8e28507" providerId="ADAL" clId="{38B63EF4-3A5B-440F-A221-BB65635FC649}" dt="2026-10-20T01:20:49.135" v="613" actId="26606"/>
          <ac:spMkLst>
            <pc:docMk/>
            <pc:sldMk cId="3166010599" sldId="258"/>
            <ac:spMk id="16" creationId="{7D96243B-ECED-4B71-8E06-AE9A285EAD20}"/>
          </ac:spMkLst>
        </pc:spChg>
        <pc:spChg chg="add">
          <ac:chgData name="Alva, Yino" userId="38f0b612-f79a-4792-8216-9b24e8e28507" providerId="ADAL" clId="{38B63EF4-3A5B-440F-A221-BB65635FC649}" dt="2026-10-20T01:20:49.135" v="613" actId="26606"/>
          <ac:spMkLst>
            <pc:docMk/>
            <pc:sldMk cId="3166010599" sldId="258"/>
            <ac:spMk id="18" creationId="{A09989E4-EFDC-4A90-A633-E0525FB4139E}"/>
          </ac:spMkLst>
        </pc:spChg>
      </pc:sldChg>
      <pc:sldChg chg="addSp delSp modSp mod delDesignElem">
        <pc:chgData name="Alva, Yino" userId="38f0b612-f79a-4792-8216-9b24e8e28507" providerId="ADAL" clId="{38B63EF4-3A5B-440F-A221-BB65635FC649}" dt="2026-10-20T01:20:56.070" v="614" actId="26606"/>
        <pc:sldMkLst>
          <pc:docMk/>
          <pc:sldMk cId="3303356612" sldId="260"/>
        </pc:sldMkLst>
        <pc:spChg chg="mod">
          <ac:chgData name="Alva, Yino" userId="38f0b612-f79a-4792-8216-9b24e8e28507" providerId="ADAL" clId="{38B63EF4-3A5B-440F-A221-BB65635FC649}" dt="2026-10-20T01:20:56.070" v="614" actId="26606"/>
          <ac:spMkLst>
            <pc:docMk/>
            <pc:sldMk cId="3303356612" sldId="260"/>
            <ac:spMk id="3" creationId="{33012A54-20A4-171E-D423-6C8E1660C50C}"/>
          </ac:spMkLst>
        </pc:spChg>
        <pc:spChg chg="add">
          <ac:chgData name="Alva, Yino" userId="38f0b612-f79a-4792-8216-9b24e8e28507" providerId="ADAL" clId="{38B63EF4-3A5B-440F-A221-BB65635FC649}" dt="2026-10-20T01:20:56.070" v="614" actId="26606"/>
          <ac:spMkLst>
            <pc:docMk/>
            <pc:sldMk cId="3303356612" sldId="260"/>
            <ac:spMk id="5" creationId="{09588DA8-065E-4F6F-8EFD-43104AB2E0CF}"/>
          </ac:spMkLst>
        </pc:spChg>
        <pc:spChg chg="add">
          <ac:chgData name="Alva, Yino" userId="38f0b612-f79a-4792-8216-9b24e8e28507" providerId="ADAL" clId="{38B63EF4-3A5B-440F-A221-BB65635FC649}" dt="2026-10-20T01:20:56.070" v="614" actId="26606"/>
          <ac:spMkLst>
            <pc:docMk/>
            <pc:sldMk cId="3303356612" sldId="260"/>
            <ac:spMk id="6" creationId="{C4285719-470E-454C-AF62-8323075F1F5B}"/>
          </ac:spMkLst>
        </pc:spChg>
        <pc:spChg chg="add">
          <ac:chgData name="Alva, Yino" userId="38f0b612-f79a-4792-8216-9b24e8e28507" providerId="ADAL" clId="{38B63EF4-3A5B-440F-A221-BB65635FC649}" dt="2026-10-20T01:20:56.070" v="614" actId="26606"/>
          <ac:spMkLst>
            <pc:docMk/>
            <pc:sldMk cId="3303356612" sldId="260"/>
            <ac:spMk id="7" creationId="{CD9FE4EF-C4D8-49A0-B2FF-81D8DB7D8A24}"/>
          </ac:spMkLst>
        </pc:spChg>
        <pc:spChg chg="del">
          <ac:chgData name="Alva, Yino" userId="38f0b612-f79a-4792-8216-9b24e8e28507" providerId="ADAL" clId="{38B63EF4-3A5B-440F-A221-BB65635FC649}" dt="2026-10-20T01:06:41.651" v="567"/>
          <ac:spMkLst>
            <pc:docMk/>
            <pc:sldMk cId="3303356612" sldId="260"/>
            <ac:spMk id="8" creationId="{1BB867FF-FC45-48F7-8104-F89BE54909F1}"/>
          </ac:spMkLst>
        </pc:spChg>
        <pc:spChg chg="del">
          <ac:chgData name="Alva, Yino" userId="38f0b612-f79a-4792-8216-9b24e8e28507" providerId="ADAL" clId="{38B63EF4-3A5B-440F-A221-BB65635FC649}" dt="2026-10-20T01:06:41.651" v="567"/>
          <ac:spMkLst>
            <pc:docMk/>
            <pc:sldMk cId="3303356612" sldId="260"/>
            <ac:spMk id="10" creationId="{8BB56887-D0D5-4F0C-9E19-7247EB83C8B7}"/>
          </ac:spMkLst>
        </pc:spChg>
        <pc:spChg chg="del">
          <ac:chgData name="Alva, Yino" userId="38f0b612-f79a-4792-8216-9b24e8e28507" providerId="ADAL" clId="{38B63EF4-3A5B-440F-A221-BB65635FC649}" dt="2026-10-20T01:06:41.651" v="567"/>
          <ac:spMkLst>
            <pc:docMk/>
            <pc:sldMk cId="3303356612" sldId="260"/>
            <ac:spMk id="12" creationId="{081E4A58-353D-44AE-B2FC-2A74E2E400F7}"/>
          </ac:spMkLst>
        </pc:spChg>
        <pc:spChg chg="add">
          <ac:chgData name="Alva, Yino" userId="38f0b612-f79a-4792-8216-9b24e8e28507" providerId="ADAL" clId="{38B63EF4-3A5B-440F-A221-BB65635FC649}" dt="2026-10-20T01:20:56.070" v="614" actId="26606"/>
          <ac:spMkLst>
            <pc:docMk/>
            <pc:sldMk cId="3303356612" sldId="260"/>
            <ac:spMk id="14" creationId="{4300840D-0A0B-4512-BACA-B439D5B9C57C}"/>
          </ac:spMkLst>
        </pc:spChg>
        <pc:spChg chg="add">
          <ac:chgData name="Alva, Yino" userId="38f0b612-f79a-4792-8216-9b24e8e28507" providerId="ADAL" clId="{38B63EF4-3A5B-440F-A221-BB65635FC649}" dt="2026-10-20T01:20:56.070" v="614" actId="26606"/>
          <ac:spMkLst>
            <pc:docMk/>
            <pc:sldMk cId="3303356612" sldId="260"/>
            <ac:spMk id="16" creationId="{D2B78728-A580-49A7-84F9-6EF6F583ADE0}"/>
          </ac:spMkLst>
        </pc:spChg>
        <pc:spChg chg="add">
          <ac:chgData name="Alva, Yino" userId="38f0b612-f79a-4792-8216-9b24e8e28507" providerId="ADAL" clId="{38B63EF4-3A5B-440F-A221-BB65635FC649}" dt="2026-10-20T01:20:56.070" v="614" actId="26606"/>
          <ac:spMkLst>
            <pc:docMk/>
            <pc:sldMk cId="3303356612" sldId="260"/>
            <ac:spMk id="18" creationId="{38FAA1A1-D861-433F-88FA-1E9D6FD31D11}"/>
          </ac:spMkLst>
        </pc:spChg>
        <pc:spChg chg="add">
          <ac:chgData name="Alva, Yino" userId="38f0b612-f79a-4792-8216-9b24e8e28507" providerId="ADAL" clId="{38B63EF4-3A5B-440F-A221-BB65635FC649}" dt="2026-10-20T01:20:56.070" v="614" actId="26606"/>
          <ac:spMkLst>
            <pc:docMk/>
            <pc:sldMk cId="3303356612" sldId="260"/>
            <ac:spMk id="20" creationId="{8D71EDA1-87BF-4D5D-AB79-F346FD19278A}"/>
          </ac:spMkLst>
        </pc:spChg>
      </pc:sldChg>
      <pc:sldChg chg="addSp delSp modSp mod delDesignElem">
        <pc:chgData name="Alva, Yino" userId="38f0b612-f79a-4792-8216-9b24e8e28507" providerId="ADAL" clId="{38B63EF4-3A5B-440F-A221-BB65635FC649}" dt="2026-10-20T01:21:00.250" v="615" actId="26606"/>
        <pc:sldMkLst>
          <pc:docMk/>
          <pc:sldMk cId="816144457" sldId="262"/>
        </pc:sldMkLst>
        <pc:spChg chg="mod">
          <ac:chgData name="Alva, Yino" userId="38f0b612-f79a-4792-8216-9b24e8e28507" providerId="ADAL" clId="{38B63EF4-3A5B-440F-A221-BB65635FC649}" dt="2026-10-20T01:21:00.250" v="615" actId="26606"/>
          <ac:spMkLst>
            <pc:docMk/>
            <pc:sldMk cId="816144457" sldId="262"/>
            <ac:spMk id="3" creationId="{9781116D-1797-2C4A-9C2D-E941325DB48C}"/>
          </ac:spMkLst>
        </pc:spChg>
        <pc:spChg chg="add">
          <ac:chgData name="Alva, Yino" userId="38f0b612-f79a-4792-8216-9b24e8e28507" providerId="ADAL" clId="{38B63EF4-3A5B-440F-A221-BB65635FC649}" dt="2026-10-20T01:21:00.250" v="615" actId="26606"/>
          <ac:spMkLst>
            <pc:docMk/>
            <pc:sldMk cId="816144457" sldId="262"/>
            <ac:spMk id="5" creationId="{09588DA8-065E-4F6F-8EFD-43104AB2E0CF}"/>
          </ac:spMkLst>
        </pc:spChg>
        <pc:spChg chg="add">
          <ac:chgData name="Alva, Yino" userId="38f0b612-f79a-4792-8216-9b24e8e28507" providerId="ADAL" clId="{38B63EF4-3A5B-440F-A221-BB65635FC649}" dt="2026-10-20T01:21:00.250" v="615" actId="26606"/>
          <ac:spMkLst>
            <pc:docMk/>
            <pc:sldMk cId="816144457" sldId="262"/>
            <ac:spMk id="6" creationId="{CD9FE4EF-C4D8-49A0-B2FF-81D8DB7D8A24}"/>
          </ac:spMkLst>
        </pc:spChg>
        <pc:spChg chg="add">
          <ac:chgData name="Alva, Yino" userId="38f0b612-f79a-4792-8216-9b24e8e28507" providerId="ADAL" clId="{38B63EF4-3A5B-440F-A221-BB65635FC649}" dt="2026-10-20T01:21:00.250" v="615" actId="26606"/>
          <ac:spMkLst>
            <pc:docMk/>
            <pc:sldMk cId="816144457" sldId="262"/>
            <ac:spMk id="7" creationId="{4300840D-0A0B-4512-BACA-B439D5B9C57C}"/>
          </ac:spMkLst>
        </pc:spChg>
        <pc:spChg chg="del">
          <ac:chgData name="Alva, Yino" userId="38f0b612-f79a-4792-8216-9b24e8e28507" providerId="ADAL" clId="{38B63EF4-3A5B-440F-A221-BB65635FC649}" dt="2026-10-20T01:06:41.651" v="567"/>
          <ac:spMkLst>
            <pc:docMk/>
            <pc:sldMk cId="816144457" sldId="262"/>
            <ac:spMk id="8" creationId="{DEE2AD96-B495-4E06-9291-B71706F728CB}"/>
          </ac:spMkLst>
        </pc:spChg>
        <pc:spChg chg="add">
          <ac:chgData name="Alva, Yino" userId="38f0b612-f79a-4792-8216-9b24e8e28507" providerId="ADAL" clId="{38B63EF4-3A5B-440F-A221-BB65635FC649}" dt="2026-10-20T01:21:00.250" v="615" actId="26606"/>
          <ac:spMkLst>
            <pc:docMk/>
            <pc:sldMk cId="816144457" sldId="262"/>
            <ac:spMk id="9" creationId="{D2B78728-A580-49A7-84F9-6EF6F583ADE0}"/>
          </ac:spMkLst>
        </pc:spChg>
        <pc:spChg chg="add">
          <ac:chgData name="Alva, Yino" userId="38f0b612-f79a-4792-8216-9b24e8e28507" providerId="ADAL" clId="{38B63EF4-3A5B-440F-A221-BB65635FC649}" dt="2026-10-20T01:21:00.250" v="615" actId="26606"/>
          <ac:spMkLst>
            <pc:docMk/>
            <pc:sldMk cId="816144457" sldId="262"/>
            <ac:spMk id="10" creationId="{C4285719-470E-454C-AF62-8323075F1F5B}"/>
          </ac:spMkLst>
        </pc:spChg>
        <pc:spChg chg="add">
          <ac:chgData name="Alva, Yino" userId="38f0b612-f79a-4792-8216-9b24e8e28507" providerId="ADAL" clId="{38B63EF4-3A5B-440F-A221-BB65635FC649}" dt="2026-10-20T01:21:00.250" v="615" actId="26606"/>
          <ac:spMkLst>
            <pc:docMk/>
            <pc:sldMk cId="816144457" sldId="262"/>
            <ac:spMk id="11" creationId="{38FAA1A1-D861-433F-88FA-1E9D6FD31D11}"/>
          </ac:spMkLst>
        </pc:spChg>
        <pc:spChg chg="del">
          <ac:chgData name="Alva, Yino" userId="38f0b612-f79a-4792-8216-9b24e8e28507" providerId="ADAL" clId="{38B63EF4-3A5B-440F-A221-BB65635FC649}" dt="2026-10-20T01:06:41.651" v="567"/>
          <ac:spMkLst>
            <pc:docMk/>
            <pc:sldMk cId="816144457" sldId="262"/>
            <ac:spMk id="12" creationId="{86909FA0-B515-4681-B7A8-FA281D133B94}"/>
          </ac:spMkLst>
        </pc:spChg>
        <pc:spChg chg="del">
          <ac:chgData name="Alva, Yino" userId="38f0b612-f79a-4792-8216-9b24e8e28507" providerId="ADAL" clId="{38B63EF4-3A5B-440F-A221-BB65635FC649}" dt="2026-10-20T01:06:41.651" v="567"/>
          <ac:spMkLst>
            <pc:docMk/>
            <pc:sldMk cId="816144457" sldId="262"/>
            <ac:spMk id="13" creationId="{53CF6D67-C5A8-4ADD-9E8E-1E38CA1D3166}"/>
          </ac:spMkLst>
        </pc:spChg>
        <pc:spChg chg="del">
          <ac:chgData name="Alva, Yino" userId="38f0b612-f79a-4792-8216-9b24e8e28507" providerId="ADAL" clId="{38B63EF4-3A5B-440F-A221-BB65635FC649}" dt="2026-10-20T01:06:41.651" v="567"/>
          <ac:spMkLst>
            <pc:docMk/>
            <pc:sldMk cId="816144457" sldId="262"/>
            <ac:spMk id="14" creationId="{21C9FE86-FCC3-4A31-AA1C-C882262B7FE7}"/>
          </ac:spMkLst>
        </pc:spChg>
        <pc:spChg chg="del">
          <ac:chgData name="Alva, Yino" userId="38f0b612-f79a-4792-8216-9b24e8e28507" providerId="ADAL" clId="{38B63EF4-3A5B-440F-A221-BB65635FC649}" dt="2026-10-20T01:06:41.651" v="567"/>
          <ac:spMkLst>
            <pc:docMk/>
            <pc:sldMk cId="816144457" sldId="262"/>
            <ac:spMk id="16" creationId="{7D96243B-ECED-4B71-8E06-AE9A285EAD20}"/>
          </ac:spMkLst>
        </pc:spChg>
        <pc:spChg chg="del">
          <ac:chgData name="Alva, Yino" userId="38f0b612-f79a-4792-8216-9b24e8e28507" providerId="ADAL" clId="{38B63EF4-3A5B-440F-A221-BB65635FC649}" dt="2026-10-20T01:06:41.651" v="567"/>
          <ac:spMkLst>
            <pc:docMk/>
            <pc:sldMk cId="816144457" sldId="262"/>
            <ac:spMk id="18" creationId="{A09989E4-EFDC-4A90-A633-E0525FB4139E}"/>
          </ac:spMkLst>
        </pc:spChg>
        <pc:spChg chg="add">
          <ac:chgData name="Alva, Yino" userId="38f0b612-f79a-4792-8216-9b24e8e28507" providerId="ADAL" clId="{38B63EF4-3A5B-440F-A221-BB65635FC649}" dt="2026-10-20T01:21:00.250" v="615" actId="26606"/>
          <ac:spMkLst>
            <pc:docMk/>
            <pc:sldMk cId="816144457" sldId="262"/>
            <ac:spMk id="20" creationId="{8D71EDA1-87BF-4D5D-AB79-F346FD19278A}"/>
          </ac:spMkLst>
        </pc:spChg>
      </pc:sldChg>
      <pc:sldChg chg="addSp delSp modSp mod delDesignElem">
        <pc:chgData name="Alva, Yino" userId="38f0b612-f79a-4792-8216-9b24e8e28507" providerId="ADAL" clId="{38B63EF4-3A5B-440F-A221-BB65635FC649}" dt="2026-10-20T01:21:12.742" v="616" actId="26606"/>
        <pc:sldMkLst>
          <pc:docMk/>
          <pc:sldMk cId="593241700" sldId="264"/>
        </pc:sldMkLst>
        <pc:spChg chg="mod">
          <ac:chgData name="Alva, Yino" userId="38f0b612-f79a-4792-8216-9b24e8e28507" providerId="ADAL" clId="{38B63EF4-3A5B-440F-A221-BB65635FC649}" dt="2026-10-20T01:21:12.742" v="616" actId="26606"/>
          <ac:spMkLst>
            <pc:docMk/>
            <pc:sldMk cId="593241700" sldId="264"/>
            <ac:spMk id="2" creationId="{451C9DEF-09F1-B630-6ABC-BA7A8F8C8AA1}"/>
          </ac:spMkLst>
        </pc:spChg>
        <pc:spChg chg="mod">
          <ac:chgData name="Alva, Yino" userId="38f0b612-f79a-4792-8216-9b24e8e28507" providerId="ADAL" clId="{38B63EF4-3A5B-440F-A221-BB65635FC649}" dt="2026-10-20T01:21:12.742" v="616" actId="26606"/>
          <ac:spMkLst>
            <pc:docMk/>
            <pc:sldMk cId="593241700" sldId="264"/>
            <ac:spMk id="3" creationId="{8B3CAFA6-B88A-8BD8-9028-F940D649D889}"/>
          </ac:spMkLst>
        </pc:spChg>
        <pc:spChg chg="add">
          <ac:chgData name="Alva, Yino" userId="38f0b612-f79a-4792-8216-9b24e8e28507" providerId="ADAL" clId="{38B63EF4-3A5B-440F-A221-BB65635FC649}" dt="2026-10-20T01:21:12.742" v="616" actId="26606"/>
          <ac:spMkLst>
            <pc:docMk/>
            <pc:sldMk cId="593241700" sldId="264"/>
            <ac:spMk id="5" creationId="{907EF6B7-1338-4443-8C46-6A318D952DFD}"/>
          </ac:spMkLst>
        </pc:spChg>
        <pc:spChg chg="add">
          <ac:chgData name="Alva, Yino" userId="38f0b612-f79a-4792-8216-9b24e8e28507" providerId="ADAL" clId="{38B63EF4-3A5B-440F-A221-BB65635FC649}" dt="2026-10-20T01:21:12.742" v="616" actId="26606"/>
          <ac:spMkLst>
            <pc:docMk/>
            <pc:sldMk cId="593241700" sldId="264"/>
            <ac:spMk id="6" creationId="{DAAE4CDD-124C-4DCF-9584-B6033B545DD5}"/>
          </ac:spMkLst>
        </pc:spChg>
        <pc:spChg chg="add">
          <ac:chgData name="Alva, Yino" userId="38f0b612-f79a-4792-8216-9b24e8e28507" providerId="ADAL" clId="{38B63EF4-3A5B-440F-A221-BB65635FC649}" dt="2026-10-20T01:21:12.742" v="616" actId="26606"/>
          <ac:spMkLst>
            <pc:docMk/>
            <pc:sldMk cId="593241700" sldId="264"/>
            <ac:spMk id="7" creationId="{081E4A58-353D-44AE-B2FC-2A74E2E400F7}"/>
          </ac:spMkLst>
        </pc:spChg>
        <pc:spChg chg="del">
          <ac:chgData name="Alva, Yino" userId="38f0b612-f79a-4792-8216-9b24e8e28507" providerId="ADAL" clId="{38B63EF4-3A5B-440F-A221-BB65635FC649}" dt="2026-10-20T01:06:41.651" v="567"/>
          <ac:spMkLst>
            <pc:docMk/>
            <pc:sldMk cId="593241700" sldId="264"/>
            <ac:spMk id="8" creationId="{C2554CA6-288E-4202-BC52-2E5A8F0C0AED}"/>
          </ac:spMkLst>
        </pc:spChg>
        <pc:spChg chg="del">
          <ac:chgData name="Alva, Yino" userId="38f0b612-f79a-4792-8216-9b24e8e28507" providerId="ADAL" clId="{38B63EF4-3A5B-440F-A221-BB65635FC649}" dt="2026-10-20T01:06:41.651" v="567"/>
          <ac:spMkLst>
            <pc:docMk/>
            <pc:sldMk cId="593241700" sldId="264"/>
            <ac:spMk id="10" creationId="{B10BB131-AC8E-4A8E-A5D1-36260F720C3B}"/>
          </ac:spMkLst>
        </pc:spChg>
        <pc:spChg chg="del">
          <ac:chgData name="Alva, Yino" userId="38f0b612-f79a-4792-8216-9b24e8e28507" providerId="ADAL" clId="{38B63EF4-3A5B-440F-A221-BB65635FC649}" dt="2026-10-20T01:06:41.651" v="567"/>
          <ac:spMkLst>
            <pc:docMk/>
            <pc:sldMk cId="593241700" sldId="264"/>
            <ac:spMk id="12" creationId="{5B7778FC-632E-4DCA-A7CB-0D7731CCF970}"/>
          </ac:spMkLst>
        </pc:spChg>
        <pc:spChg chg="del">
          <ac:chgData name="Alva, Yino" userId="38f0b612-f79a-4792-8216-9b24e8e28507" providerId="ADAL" clId="{38B63EF4-3A5B-440F-A221-BB65635FC649}" dt="2026-10-20T01:06:41.651" v="567"/>
          <ac:spMkLst>
            <pc:docMk/>
            <pc:sldMk cId="593241700" sldId="264"/>
            <ac:spMk id="14" creationId="{FA23A907-97FB-4A8F-880A-DD77401C4296}"/>
          </ac:spMkLst>
        </pc:spChg>
      </pc:sldChg>
      <pc:sldChg chg="addSp delSp modSp mod delDesignElem">
        <pc:chgData name="Alva, Yino" userId="38f0b612-f79a-4792-8216-9b24e8e28507" providerId="ADAL" clId="{38B63EF4-3A5B-440F-A221-BB65635FC649}" dt="2026-10-20T01:21:31.614" v="620" actId="26606"/>
        <pc:sldMkLst>
          <pc:docMk/>
          <pc:sldMk cId="506317491" sldId="265"/>
        </pc:sldMkLst>
        <pc:spChg chg="add del">
          <ac:chgData name="Alva, Yino" userId="38f0b612-f79a-4792-8216-9b24e8e28507" providerId="ADAL" clId="{38B63EF4-3A5B-440F-A221-BB65635FC649}" dt="2026-10-20T01:21:31.614" v="620" actId="26606"/>
          <ac:spMkLst>
            <pc:docMk/>
            <pc:sldMk cId="506317491" sldId="265"/>
            <ac:spMk id="32" creationId="{AE2B703B-46F9-481A-A605-82E2A828C4FA}"/>
          </ac:spMkLst>
        </pc:spChg>
        <pc:spChg chg="add del">
          <ac:chgData name="Alva, Yino" userId="38f0b612-f79a-4792-8216-9b24e8e28507" providerId="ADAL" clId="{38B63EF4-3A5B-440F-A221-BB65635FC649}" dt="2026-10-20T01:21:31.614" v="620" actId="26606"/>
          <ac:spMkLst>
            <pc:docMk/>
            <pc:sldMk cId="506317491" sldId="265"/>
            <ac:spMk id="34" creationId="{F13BE4D7-0C3D-4906-B230-A1C5B4665CCF}"/>
          </ac:spMkLst>
        </pc:spChg>
        <pc:spChg chg="add">
          <ac:chgData name="Alva, Yino" userId="38f0b612-f79a-4792-8216-9b24e8e28507" providerId="ADAL" clId="{38B63EF4-3A5B-440F-A221-BB65635FC649}" dt="2026-10-20T01:21:31.614" v="620" actId="26606"/>
          <ac:spMkLst>
            <pc:docMk/>
            <pc:sldMk cId="506317491" sldId="265"/>
            <ac:spMk id="39" creationId="{AE2B703B-46F9-481A-A605-82E2A828C4FA}"/>
          </ac:spMkLst>
        </pc:spChg>
        <pc:spChg chg="add">
          <ac:chgData name="Alva, Yino" userId="38f0b612-f79a-4792-8216-9b24e8e28507" providerId="ADAL" clId="{38B63EF4-3A5B-440F-A221-BB65635FC649}" dt="2026-10-20T01:21:31.614" v="620" actId="26606"/>
          <ac:spMkLst>
            <pc:docMk/>
            <pc:sldMk cId="506317491" sldId="265"/>
            <ac:spMk id="41" creationId="{F13BE4D7-0C3D-4906-B230-A1C5B4665CCF}"/>
          </ac:spMkLst>
        </pc:spChg>
        <pc:spChg chg="del">
          <ac:chgData name="Alva, Yino" userId="38f0b612-f79a-4792-8216-9b24e8e28507" providerId="ADAL" clId="{38B63EF4-3A5B-440F-A221-BB65635FC649}" dt="2026-10-20T01:06:41.651" v="567"/>
          <ac:spMkLst>
            <pc:docMk/>
            <pc:sldMk cId="506317491" sldId="265"/>
            <ac:spMk id="58" creationId="{AE2B703B-46F9-481A-A605-82E2A828C4FA}"/>
          </ac:spMkLst>
        </pc:spChg>
        <pc:spChg chg="del">
          <ac:chgData name="Alva, Yino" userId="38f0b612-f79a-4792-8216-9b24e8e28507" providerId="ADAL" clId="{38B63EF4-3A5B-440F-A221-BB65635FC649}" dt="2026-10-20T01:06:41.651" v="567"/>
          <ac:spMkLst>
            <pc:docMk/>
            <pc:sldMk cId="506317491" sldId="265"/>
            <ac:spMk id="60" creationId="{F13BE4D7-0C3D-4906-B230-A1C5B4665CCF}"/>
          </ac:spMkLst>
        </pc:spChg>
        <pc:graphicFrameChg chg="mod modGraphic">
          <ac:chgData name="Alva, Yino" userId="38f0b612-f79a-4792-8216-9b24e8e28507" providerId="ADAL" clId="{38B63EF4-3A5B-440F-A221-BB65635FC649}" dt="2026-10-20T01:21:31.614" v="620" actId="26606"/>
          <ac:graphicFrameMkLst>
            <pc:docMk/>
            <pc:sldMk cId="506317491" sldId="265"/>
            <ac:graphicFrameMk id="27" creationId="{CA975A78-1DC5-E673-9B79-B246829A5C7C}"/>
          </ac:graphicFrameMkLst>
        </pc:graphicFrameChg>
      </pc:sldChg>
      <pc:sldChg chg="addSp delSp modSp mod delDesignElem">
        <pc:chgData name="Alva, Yino" userId="38f0b612-f79a-4792-8216-9b24e8e28507" providerId="ADAL" clId="{38B63EF4-3A5B-440F-A221-BB65635FC649}" dt="2026-10-20T01:21:46.794" v="622" actId="26606"/>
        <pc:sldMkLst>
          <pc:docMk/>
          <pc:sldMk cId="2435453681" sldId="268"/>
        </pc:sldMkLst>
        <pc:spChg chg="del">
          <ac:chgData name="Alva, Yino" userId="38f0b612-f79a-4792-8216-9b24e8e28507" providerId="ADAL" clId="{38B63EF4-3A5B-440F-A221-BB65635FC649}" dt="2026-10-20T01:06:41.651" v="567"/>
          <ac:spMkLst>
            <pc:docMk/>
            <pc:sldMk cId="2435453681" sldId="268"/>
            <ac:spMk id="32" creationId="{AE2B703B-46F9-481A-A605-82E2A828C4FA}"/>
          </ac:spMkLst>
        </pc:spChg>
        <pc:spChg chg="del">
          <ac:chgData name="Alva, Yino" userId="38f0b612-f79a-4792-8216-9b24e8e28507" providerId="ADAL" clId="{38B63EF4-3A5B-440F-A221-BB65635FC649}" dt="2026-10-20T01:06:41.651" v="567"/>
          <ac:spMkLst>
            <pc:docMk/>
            <pc:sldMk cId="2435453681" sldId="268"/>
            <ac:spMk id="33" creationId="{F13BE4D7-0C3D-4906-B230-A1C5B4665CCF}"/>
          </ac:spMkLst>
        </pc:spChg>
        <pc:spChg chg="add">
          <ac:chgData name="Alva, Yino" userId="38f0b612-f79a-4792-8216-9b24e8e28507" providerId="ADAL" clId="{38B63EF4-3A5B-440F-A221-BB65635FC649}" dt="2026-10-20T01:21:36.396" v="621" actId="26606"/>
          <ac:spMkLst>
            <pc:docMk/>
            <pc:sldMk cId="2435453681" sldId="268"/>
            <ac:spMk id="39" creationId="{AE2B703B-46F9-481A-A605-82E2A828C4FA}"/>
          </ac:spMkLst>
        </pc:spChg>
        <pc:spChg chg="add">
          <ac:chgData name="Alva, Yino" userId="38f0b612-f79a-4792-8216-9b24e8e28507" providerId="ADAL" clId="{38B63EF4-3A5B-440F-A221-BB65635FC649}" dt="2026-10-20T01:21:36.396" v="621" actId="26606"/>
          <ac:spMkLst>
            <pc:docMk/>
            <pc:sldMk cId="2435453681" sldId="268"/>
            <ac:spMk id="41" creationId="{F13BE4D7-0C3D-4906-B230-A1C5B4665CCF}"/>
          </ac:spMkLst>
        </pc:spChg>
        <pc:graphicFrameChg chg="mod modGraphic">
          <ac:chgData name="Alva, Yino" userId="38f0b612-f79a-4792-8216-9b24e8e28507" providerId="ADAL" clId="{38B63EF4-3A5B-440F-A221-BB65635FC649}" dt="2026-10-20T01:21:46.794" v="622" actId="26606"/>
          <ac:graphicFrameMkLst>
            <pc:docMk/>
            <pc:sldMk cId="2435453681" sldId="268"/>
            <ac:graphicFrameMk id="34" creationId="{4E9D082B-0072-6199-A6A2-332EABFA8375}"/>
          </ac:graphicFrameMkLst>
        </pc:graphicFrameChg>
      </pc:sldChg>
      <pc:sldChg chg="delSp add del delDesignElem">
        <pc:chgData name="Alva, Yino" userId="38f0b612-f79a-4792-8216-9b24e8e28507" providerId="ADAL" clId="{38B63EF4-3A5B-440F-A221-BB65635FC649}" dt="2026-10-20T01:25:26.221" v="644" actId="47"/>
        <pc:sldMkLst>
          <pc:docMk/>
          <pc:sldMk cId="3648214208" sldId="269"/>
        </pc:sldMkLst>
        <pc:spChg chg="del">
          <ac:chgData name="Alva, Yino" userId="38f0b612-f79a-4792-8216-9b24e8e28507" providerId="ADAL" clId="{38B63EF4-3A5B-440F-A221-BB65635FC649}" dt="2026-10-20T01:06:41.651" v="567"/>
          <ac:spMkLst>
            <pc:docMk/>
            <pc:sldMk cId="3648214208" sldId="269"/>
            <ac:spMk id="32" creationId="{AE2B703B-46F9-481A-A605-82E2A828C4FA}"/>
          </ac:spMkLst>
        </pc:spChg>
        <pc:spChg chg="del">
          <ac:chgData name="Alva, Yino" userId="38f0b612-f79a-4792-8216-9b24e8e28507" providerId="ADAL" clId="{38B63EF4-3A5B-440F-A221-BB65635FC649}" dt="2026-10-20T01:06:41.651" v="567"/>
          <ac:spMkLst>
            <pc:docMk/>
            <pc:sldMk cId="3648214208" sldId="269"/>
            <ac:spMk id="33" creationId="{F13BE4D7-0C3D-4906-B230-A1C5B4665CCF}"/>
          </ac:spMkLst>
        </pc:spChg>
      </pc:sldChg>
      <pc:sldChg chg="addSp delSp modSp mod delDesignElem">
        <pc:chgData name="Alva, Yino" userId="38f0b612-f79a-4792-8216-9b24e8e28507" providerId="ADAL" clId="{38B63EF4-3A5B-440F-A221-BB65635FC649}" dt="2026-10-20T01:25:34.381" v="646" actId="26606"/>
        <pc:sldMkLst>
          <pc:docMk/>
          <pc:sldMk cId="1629189849" sldId="270"/>
        </pc:sldMkLst>
        <pc:spChg chg="add del">
          <ac:chgData name="Alva, Yino" userId="38f0b612-f79a-4792-8216-9b24e8e28507" providerId="ADAL" clId="{38B63EF4-3A5B-440F-A221-BB65635FC649}" dt="2026-10-20T01:25:34.381" v="646" actId="26606"/>
          <ac:spMkLst>
            <pc:docMk/>
            <pc:sldMk cId="1629189849" sldId="270"/>
            <ac:spMk id="10" creationId="{AE2B703B-46F9-481A-A605-82E2A828C4FA}"/>
          </ac:spMkLst>
        </pc:spChg>
        <pc:spChg chg="add del">
          <ac:chgData name="Alva, Yino" userId="38f0b612-f79a-4792-8216-9b24e8e28507" providerId="ADAL" clId="{38B63EF4-3A5B-440F-A221-BB65635FC649}" dt="2026-10-20T01:25:34.381" v="646" actId="26606"/>
          <ac:spMkLst>
            <pc:docMk/>
            <pc:sldMk cId="1629189849" sldId="270"/>
            <ac:spMk id="12" creationId="{F13BE4D7-0C3D-4906-B230-A1C5B4665CCF}"/>
          </ac:spMkLst>
        </pc:spChg>
        <pc:spChg chg="del">
          <ac:chgData name="Alva, Yino" userId="38f0b612-f79a-4792-8216-9b24e8e28507" providerId="ADAL" clId="{38B63EF4-3A5B-440F-A221-BB65635FC649}" dt="2026-10-20T01:06:41.651" v="567"/>
          <ac:spMkLst>
            <pc:docMk/>
            <pc:sldMk cId="1629189849" sldId="270"/>
            <ac:spMk id="16" creationId="{AE2B703B-46F9-481A-A605-82E2A828C4FA}"/>
          </ac:spMkLst>
        </pc:spChg>
        <pc:spChg chg="add">
          <ac:chgData name="Alva, Yino" userId="38f0b612-f79a-4792-8216-9b24e8e28507" providerId="ADAL" clId="{38B63EF4-3A5B-440F-A221-BB65635FC649}" dt="2026-10-20T01:25:34.381" v="646" actId="26606"/>
          <ac:spMkLst>
            <pc:docMk/>
            <pc:sldMk cId="1629189849" sldId="270"/>
            <ac:spMk id="17" creationId="{AE2B703B-46F9-481A-A605-82E2A828C4FA}"/>
          </ac:spMkLst>
        </pc:spChg>
        <pc:spChg chg="del">
          <ac:chgData name="Alva, Yino" userId="38f0b612-f79a-4792-8216-9b24e8e28507" providerId="ADAL" clId="{38B63EF4-3A5B-440F-A221-BB65635FC649}" dt="2026-10-20T01:06:41.651" v="567"/>
          <ac:spMkLst>
            <pc:docMk/>
            <pc:sldMk cId="1629189849" sldId="270"/>
            <ac:spMk id="18" creationId="{F13BE4D7-0C3D-4906-B230-A1C5B4665CCF}"/>
          </ac:spMkLst>
        </pc:spChg>
        <pc:spChg chg="add">
          <ac:chgData name="Alva, Yino" userId="38f0b612-f79a-4792-8216-9b24e8e28507" providerId="ADAL" clId="{38B63EF4-3A5B-440F-A221-BB65635FC649}" dt="2026-10-20T01:25:34.381" v="646" actId="26606"/>
          <ac:spMkLst>
            <pc:docMk/>
            <pc:sldMk cId="1629189849" sldId="270"/>
            <ac:spMk id="19" creationId="{F13BE4D7-0C3D-4906-B230-A1C5B4665CCF}"/>
          </ac:spMkLst>
        </pc:spChg>
        <pc:graphicFrameChg chg="mod modGraphic">
          <ac:chgData name="Alva, Yino" userId="38f0b612-f79a-4792-8216-9b24e8e28507" providerId="ADAL" clId="{38B63EF4-3A5B-440F-A221-BB65635FC649}" dt="2026-10-20T01:25:34.381" v="646" actId="26606"/>
          <ac:graphicFrameMkLst>
            <pc:docMk/>
            <pc:sldMk cId="1629189849" sldId="270"/>
            <ac:graphicFrameMk id="5" creationId="{4B12FF93-2AF6-A300-3CA1-7F2C2F2F9A1F}"/>
          </ac:graphicFrameMkLst>
        </pc:graphicFrameChg>
      </pc:sldChg>
      <pc:sldChg chg="addSp delSp modSp add del mod setBg delDesignElem">
        <pc:chgData name="Alva, Yino" userId="38f0b612-f79a-4792-8216-9b24e8e28507" providerId="ADAL" clId="{38B63EF4-3A5B-440F-A221-BB65635FC649}" dt="2026-10-20T01:24:37.994" v="632" actId="47"/>
        <pc:sldMkLst>
          <pc:docMk/>
          <pc:sldMk cId="3082591658" sldId="271"/>
        </pc:sldMkLst>
        <pc:spChg chg="add del mod">
          <ac:chgData name="Alva, Yino" userId="38f0b612-f79a-4792-8216-9b24e8e28507" providerId="ADAL" clId="{38B63EF4-3A5B-440F-A221-BB65635FC649}" dt="2026-10-20T01:24:19.743" v="629" actId="478"/>
          <ac:spMkLst>
            <pc:docMk/>
            <pc:sldMk cId="3082591658" sldId="271"/>
            <ac:spMk id="3" creationId="{8391B291-9F6B-94B7-143B-811D5BC7DC33}"/>
          </ac:spMkLst>
        </pc:spChg>
        <pc:spChg chg="del">
          <ac:chgData name="Alva, Yino" userId="38f0b612-f79a-4792-8216-9b24e8e28507" providerId="ADAL" clId="{38B63EF4-3A5B-440F-A221-BB65635FC649}" dt="2026-10-20T01:06:41.651" v="567"/>
          <ac:spMkLst>
            <pc:docMk/>
            <pc:sldMk cId="3082591658" sldId="271"/>
            <ac:spMk id="32" creationId="{A2C0425B-F9EC-C833-E349-BC197E45E009}"/>
          </ac:spMkLst>
        </pc:spChg>
        <pc:spChg chg="del">
          <ac:chgData name="Alva, Yino" userId="38f0b612-f79a-4792-8216-9b24e8e28507" providerId="ADAL" clId="{38B63EF4-3A5B-440F-A221-BB65635FC649}" dt="2026-10-20T01:06:41.651" v="567"/>
          <ac:spMkLst>
            <pc:docMk/>
            <pc:sldMk cId="3082591658" sldId="271"/>
            <ac:spMk id="33" creationId="{9F0C6D9F-0118-1A78-E16E-83AFBF20C119}"/>
          </ac:spMkLst>
        </pc:spChg>
        <pc:graphicFrameChg chg="add mod modGraphic">
          <ac:chgData name="Alva, Yino" userId="38f0b612-f79a-4792-8216-9b24e8e28507" providerId="ADAL" clId="{38B63EF4-3A5B-440F-A221-BB65635FC649}" dt="2026-10-20T01:24:17.699" v="628" actId="20577"/>
          <ac:graphicFrameMkLst>
            <pc:docMk/>
            <pc:sldMk cId="3082591658" sldId="271"/>
            <ac:graphicFrameMk id="4" creationId="{0A72A516-4501-80E0-5C19-41F270247B16}"/>
          </ac:graphicFrameMkLst>
        </pc:graphicFrameChg>
        <pc:graphicFrameChg chg="del modGraphic">
          <ac:chgData name="Alva, Yino" userId="38f0b612-f79a-4792-8216-9b24e8e28507" providerId="ADAL" clId="{38B63EF4-3A5B-440F-A221-BB65635FC649}" dt="2026-10-20T01:24:16.037" v="626" actId="478"/>
          <ac:graphicFrameMkLst>
            <pc:docMk/>
            <pc:sldMk cId="3082591658" sldId="271"/>
            <ac:graphicFrameMk id="34" creationId="{C0F89684-F6EC-9493-AA63-1C493149C02C}"/>
          </ac:graphicFrameMkLst>
        </pc:graphicFrameChg>
      </pc:sldChg>
      <pc:sldChg chg="addSp delSp modSp new mod setBg delDesignElem">
        <pc:chgData name="Alva, Yino" userId="38f0b612-f79a-4792-8216-9b24e8e28507" providerId="ADAL" clId="{38B63EF4-3A5B-440F-A221-BB65635FC649}" dt="2026-10-20T01:25:54.675" v="647" actId="26606"/>
        <pc:sldMkLst>
          <pc:docMk/>
          <pc:sldMk cId="3320936750" sldId="272"/>
        </pc:sldMkLst>
        <pc:spChg chg="mod">
          <ac:chgData name="Alva, Yino" userId="38f0b612-f79a-4792-8216-9b24e8e28507" providerId="ADAL" clId="{38B63EF4-3A5B-440F-A221-BB65635FC649}" dt="2026-10-19T04:01:23.817" v="41" actId="26606"/>
          <ac:spMkLst>
            <pc:docMk/>
            <pc:sldMk cId="3320936750" sldId="272"/>
            <ac:spMk id="2" creationId="{B0FDB918-B271-B653-622E-5CEC1A6220FA}"/>
          </ac:spMkLst>
        </pc:spChg>
        <pc:spChg chg="add del mod">
          <ac:chgData name="Alva, Yino" userId="38f0b612-f79a-4792-8216-9b24e8e28507" providerId="ADAL" clId="{38B63EF4-3A5B-440F-A221-BB65635FC649}" dt="2026-10-19T04:01:23.817" v="41" actId="26606"/>
          <ac:spMkLst>
            <pc:docMk/>
            <pc:sldMk cId="3320936750" sldId="272"/>
            <ac:spMk id="3" creationId="{CB5150C6-94BD-2DBE-6EC7-6AA3C03FC2BA}"/>
          </ac:spMkLst>
        </pc:spChg>
        <pc:spChg chg="add del">
          <ac:chgData name="Alva, Yino" userId="38f0b612-f79a-4792-8216-9b24e8e28507" providerId="ADAL" clId="{38B63EF4-3A5B-440F-A221-BB65635FC649}" dt="2026-10-20T01:06:41.651" v="567"/>
          <ac:spMkLst>
            <pc:docMk/>
            <pc:sldMk cId="3320936750" sldId="272"/>
            <ac:spMk id="8" creationId="{B6CDA21F-E7AF-4C75-8395-33F58D5B0E45}"/>
          </ac:spMkLst>
        </pc:spChg>
        <pc:spChg chg="add del">
          <ac:chgData name="Alva, Yino" userId="38f0b612-f79a-4792-8216-9b24e8e28507" providerId="ADAL" clId="{38B63EF4-3A5B-440F-A221-BB65635FC649}" dt="2026-10-19T04:01:23.786" v="40" actId="26606"/>
          <ac:spMkLst>
            <pc:docMk/>
            <pc:sldMk cId="3320936750" sldId="272"/>
            <ac:spMk id="9" creationId="{C0763A76-9F1C-4FC5-82B7-DD475DA461B2}"/>
          </ac:spMkLst>
        </pc:spChg>
        <pc:spChg chg="add del">
          <ac:chgData name="Alva, Yino" userId="38f0b612-f79a-4792-8216-9b24e8e28507" providerId="ADAL" clId="{38B63EF4-3A5B-440F-A221-BB65635FC649}" dt="2026-10-19T04:01:08.046" v="36" actId="26606"/>
          <ac:spMkLst>
            <pc:docMk/>
            <pc:sldMk cId="3320936750" sldId="272"/>
            <ac:spMk id="10" creationId="{D93394DA-E684-47C2-9020-13225823F40A}"/>
          </ac:spMkLst>
        </pc:spChg>
        <pc:spChg chg="add del">
          <ac:chgData name="Alva, Yino" userId="38f0b612-f79a-4792-8216-9b24e8e28507" providerId="ADAL" clId="{38B63EF4-3A5B-440F-A221-BB65635FC649}" dt="2026-10-19T04:01:23.786" v="40" actId="26606"/>
          <ac:spMkLst>
            <pc:docMk/>
            <pc:sldMk cId="3320936750" sldId="272"/>
            <ac:spMk id="11" creationId="{E81BF4F6-F2CF-4984-9D14-D6966D92F99F}"/>
          </ac:spMkLst>
        </pc:spChg>
        <pc:spChg chg="add del">
          <ac:chgData name="Alva, Yino" userId="38f0b612-f79a-4792-8216-9b24e8e28507" providerId="ADAL" clId="{38B63EF4-3A5B-440F-A221-BB65635FC649}" dt="2026-10-19T04:01:10.819" v="38" actId="26606"/>
          <ac:spMkLst>
            <pc:docMk/>
            <pc:sldMk cId="3320936750" sldId="272"/>
            <ac:spMk id="12" creationId="{E51BA4DF-2BD4-4EC2-B1DB-B27C8AC71864}"/>
          </ac:spMkLst>
        </pc:spChg>
        <pc:spChg chg="add del">
          <ac:chgData name="Alva, Yino" userId="38f0b612-f79a-4792-8216-9b24e8e28507" providerId="ADAL" clId="{38B63EF4-3A5B-440F-A221-BB65635FC649}" dt="2026-10-20T01:06:41.651" v="567"/>
          <ac:spMkLst>
            <pc:docMk/>
            <pc:sldMk cId="3320936750" sldId="272"/>
            <ac:spMk id="15" creationId="{D5B0017B-2ECA-49AF-B397-DC140825DF8D}"/>
          </ac:spMkLst>
        </pc:spChg>
        <pc:spChg chg="add del">
          <ac:chgData name="Alva, Yino" userId="38f0b612-f79a-4792-8216-9b24e8e28507" providerId="ADAL" clId="{38B63EF4-3A5B-440F-A221-BB65635FC649}" dt="2026-10-19T04:01:23.786" v="40" actId="26606"/>
          <ac:spMkLst>
            <pc:docMk/>
            <pc:sldMk cId="3320936750" sldId="272"/>
            <ac:spMk id="16" creationId="{CB5150C6-94BD-2DBE-6EC7-6AA3C03FC2BA}"/>
          </ac:spMkLst>
        </pc:spChg>
        <pc:spChg chg="add del">
          <ac:chgData name="Alva, Yino" userId="38f0b612-f79a-4792-8216-9b24e8e28507" providerId="ADAL" clId="{38B63EF4-3A5B-440F-A221-BB65635FC649}" dt="2026-10-19T04:01:54.368" v="43" actId="26606"/>
          <ac:spMkLst>
            <pc:docMk/>
            <pc:sldMk cId="3320936750" sldId="272"/>
            <ac:spMk id="23" creationId="{CB5150C6-94BD-2DBE-6EC7-6AA3C03FC2BA}"/>
          </ac:spMkLst>
        </pc:spChg>
        <pc:spChg chg="add">
          <ac:chgData name="Alva, Yino" userId="38f0b612-f79a-4792-8216-9b24e8e28507" providerId="ADAL" clId="{38B63EF4-3A5B-440F-A221-BB65635FC649}" dt="2026-10-20T01:25:54.675" v="647" actId="26606"/>
          <ac:spMkLst>
            <pc:docMk/>
            <pc:sldMk cId="3320936750" sldId="272"/>
            <ac:spMk id="28" creationId="{B6CDA21F-E7AF-4C75-8395-33F58D5B0E45}"/>
          </ac:spMkLst>
        </pc:spChg>
        <pc:spChg chg="add">
          <ac:chgData name="Alva, Yino" userId="38f0b612-f79a-4792-8216-9b24e8e28507" providerId="ADAL" clId="{38B63EF4-3A5B-440F-A221-BB65635FC649}" dt="2026-10-20T01:25:54.675" v="647" actId="26606"/>
          <ac:spMkLst>
            <pc:docMk/>
            <pc:sldMk cId="3320936750" sldId="272"/>
            <ac:spMk id="35" creationId="{D5B0017B-2ECA-49AF-B397-DC140825DF8D}"/>
          </ac:spMkLst>
        </pc:spChg>
        <pc:grpChg chg="add del">
          <ac:chgData name="Alva, Yino" userId="38f0b612-f79a-4792-8216-9b24e8e28507" providerId="ADAL" clId="{38B63EF4-3A5B-440F-A221-BB65635FC649}" dt="2026-10-20T01:06:41.651" v="567"/>
          <ac:grpSpMkLst>
            <pc:docMk/>
            <pc:sldMk cId="3320936750" sldId="272"/>
            <ac:grpSpMk id="19" creationId="{AE1C45F0-260A-458C-96ED-C1F6D2151219}"/>
          </ac:grpSpMkLst>
        </pc:grpChg>
        <pc:grpChg chg="add">
          <ac:chgData name="Alva, Yino" userId="38f0b612-f79a-4792-8216-9b24e8e28507" providerId="ADAL" clId="{38B63EF4-3A5B-440F-A221-BB65635FC649}" dt="2026-10-20T01:25:54.675" v="647" actId="26606"/>
          <ac:grpSpMkLst>
            <pc:docMk/>
            <pc:sldMk cId="3320936750" sldId="272"/>
            <ac:grpSpMk id="30" creationId="{AE1C45F0-260A-458C-96ED-C1F6D2151219}"/>
          </ac:grpSpMkLst>
        </pc:grpChg>
        <pc:graphicFrameChg chg="add del">
          <ac:chgData name="Alva, Yino" userId="38f0b612-f79a-4792-8216-9b24e8e28507" providerId="ADAL" clId="{38B63EF4-3A5B-440F-A221-BB65635FC649}" dt="2026-10-19T04:01:08.046" v="36" actId="26606"/>
          <ac:graphicFrameMkLst>
            <pc:docMk/>
            <pc:sldMk cId="3320936750" sldId="272"/>
            <ac:graphicFrameMk id="5" creationId="{DC9B6060-E1D4-9E75-B705-CAD240065362}"/>
          </ac:graphicFrameMkLst>
        </pc:graphicFrameChg>
        <pc:graphicFrameChg chg="add del">
          <ac:chgData name="Alva, Yino" userId="38f0b612-f79a-4792-8216-9b24e8e28507" providerId="ADAL" clId="{38B63EF4-3A5B-440F-A221-BB65635FC649}" dt="2026-10-19T04:01:10.819" v="38" actId="26606"/>
          <ac:graphicFrameMkLst>
            <pc:docMk/>
            <pc:sldMk cId="3320936750" sldId="272"/>
            <ac:graphicFrameMk id="14" creationId="{8BC0518B-6F8F-FA75-06AE-ECE15D533C04}"/>
          </ac:graphicFrameMkLst>
        </pc:graphicFrameChg>
        <pc:graphicFrameChg chg="add del">
          <ac:chgData name="Alva, Yino" userId="38f0b612-f79a-4792-8216-9b24e8e28507" providerId="ADAL" clId="{38B63EF4-3A5B-440F-A221-BB65635FC649}" dt="2026-10-19T04:01:54.368" v="43" actId="26606"/>
          <ac:graphicFrameMkLst>
            <pc:docMk/>
            <pc:sldMk cId="3320936750" sldId="272"/>
            <ac:graphicFrameMk id="26" creationId="{86423D13-1911-DE4E-6F09-0F19DE0433E0}"/>
          </ac:graphicFrameMkLst>
        </pc:graphicFrameChg>
        <pc:picChg chg="add del">
          <ac:chgData name="Alva, Yino" userId="38f0b612-f79a-4792-8216-9b24e8e28507" providerId="ADAL" clId="{38B63EF4-3A5B-440F-A221-BB65635FC649}" dt="2026-10-19T04:01:08.046" v="36" actId="26606"/>
          <ac:picMkLst>
            <pc:docMk/>
            <pc:sldMk cId="3320936750" sldId="272"/>
            <ac:picMk id="6" creationId="{9E4828AD-F4FE-1E88-F8F4-29B5E729CD43}"/>
          </ac:picMkLst>
        </pc:picChg>
        <pc:picChg chg="add del">
          <ac:chgData name="Alva, Yino" userId="38f0b612-f79a-4792-8216-9b24e8e28507" providerId="ADAL" clId="{38B63EF4-3A5B-440F-A221-BB65635FC649}" dt="2026-10-19T04:01:10.819" v="38" actId="26606"/>
          <ac:picMkLst>
            <pc:docMk/>
            <pc:sldMk cId="3320936750" sldId="272"/>
            <ac:picMk id="13" creationId="{73D6A6C5-710D-9295-A858-1E9AC8D097A3}"/>
          </ac:picMkLst>
        </pc:picChg>
        <pc:picChg chg="add del">
          <ac:chgData name="Alva, Yino" userId="38f0b612-f79a-4792-8216-9b24e8e28507" providerId="ADAL" clId="{38B63EF4-3A5B-440F-A221-BB65635FC649}" dt="2026-10-19T04:01:23.786" v="40" actId="26606"/>
          <ac:picMkLst>
            <pc:docMk/>
            <pc:sldMk cId="3320936750" sldId="272"/>
            <ac:picMk id="17" creationId="{9EE2EE90-7B7D-9DC1-1AED-EC045AF223DE}"/>
          </ac:picMkLst>
        </pc:picChg>
        <pc:cxnChg chg="add del">
          <ac:chgData name="Alva, Yino" userId="38f0b612-f79a-4792-8216-9b24e8e28507" providerId="ADAL" clId="{38B63EF4-3A5B-440F-A221-BB65635FC649}" dt="2026-10-20T01:06:41.651" v="567"/>
          <ac:cxnSpMkLst>
            <pc:docMk/>
            <pc:sldMk cId="3320936750" sldId="272"/>
            <ac:cxnSpMk id="24" creationId="{6CF1BAF6-AD41-4082-B212-8A1F9A2E8779}"/>
          </ac:cxnSpMkLst>
        </pc:cxnChg>
        <pc:cxnChg chg="add">
          <ac:chgData name="Alva, Yino" userId="38f0b612-f79a-4792-8216-9b24e8e28507" providerId="ADAL" clId="{38B63EF4-3A5B-440F-A221-BB65635FC649}" dt="2026-10-20T01:25:54.675" v="647" actId="26606"/>
          <ac:cxnSpMkLst>
            <pc:docMk/>
            <pc:sldMk cId="3320936750" sldId="272"/>
            <ac:cxnSpMk id="37" creationId="{6CF1BAF6-AD41-4082-B212-8A1F9A2E8779}"/>
          </ac:cxnSpMkLst>
        </pc:cxnChg>
      </pc:sldChg>
      <pc:sldChg chg="addSp delSp modSp new mod setBg addAnim delDesignElem">
        <pc:chgData name="Alva, Yino" userId="38f0b612-f79a-4792-8216-9b24e8e28507" providerId="ADAL" clId="{38B63EF4-3A5B-440F-A221-BB65635FC649}" dt="2026-10-20T01:25:59.914" v="649"/>
        <pc:sldMkLst>
          <pc:docMk/>
          <pc:sldMk cId="3381096917" sldId="273"/>
        </pc:sldMkLst>
        <pc:spChg chg="mod">
          <ac:chgData name="Alva, Yino" userId="38f0b612-f79a-4792-8216-9b24e8e28507" providerId="ADAL" clId="{38B63EF4-3A5B-440F-A221-BB65635FC649}" dt="2026-10-20T01:25:59.914" v="648" actId="26606"/>
          <ac:spMkLst>
            <pc:docMk/>
            <pc:sldMk cId="3381096917" sldId="273"/>
            <ac:spMk id="2" creationId="{A724E1CD-0C0B-C420-40BF-D1CDEE3AEC93}"/>
          </ac:spMkLst>
        </pc:spChg>
        <pc:spChg chg="del mod">
          <ac:chgData name="Alva, Yino" userId="38f0b612-f79a-4792-8216-9b24e8e28507" providerId="ADAL" clId="{38B63EF4-3A5B-440F-A221-BB65635FC649}" dt="2026-10-19T04:09:21.585" v="56" actId="22"/>
          <ac:spMkLst>
            <pc:docMk/>
            <pc:sldMk cId="3381096917" sldId="273"/>
            <ac:spMk id="3" creationId="{20E5EA7F-CE8B-DBAA-8A97-9AC41B880F10}"/>
          </ac:spMkLst>
        </pc:spChg>
        <pc:spChg chg="add del mod">
          <ac:chgData name="Alva, Yino" userId="38f0b612-f79a-4792-8216-9b24e8e28507" providerId="ADAL" clId="{38B63EF4-3A5B-440F-A221-BB65635FC649}" dt="2026-10-19T04:09:41.064" v="85" actId="478"/>
          <ac:spMkLst>
            <pc:docMk/>
            <pc:sldMk cId="3381096917" sldId="273"/>
            <ac:spMk id="9" creationId="{57A4A0B5-E739-1698-DAC4-74BC0970060F}"/>
          </ac:spMkLst>
        </pc:spChg>
        <pc:spChg chg="add">
          <ac:chgData name="Alva, Yino" userId="38f0b612-f79a-4792-8216-9b24e8e28507" providerId="ADAL" clId="{38B63EF4-3A5B-440F-A221-BB65635FC649}" dt="2026-10-20T01:25:59.914" v="648" actId="26606"/>
          <ac:spMkLst>
            <pc:docMk/>
            <pc:sldMk cId="3381096917" sldId="273"/>
            <ac:spMk id="10" creationId="{DCF72F19-1473-448C-AA14-0CB8AA374CF0}"/>
          </ac:spMkLst>
        </pc:spChg>
        <pc:spChg chg="add del">
          <ac:chgData name="Alva, Yino" userId="38f0b612-f79a-4792-8216-9b24e8e28507" providerId="ADAL" clId="{38B63EF4-3A5B-440F-A221-BB65635FC649}" dt="2026-10-19T04:09:43.848" v="86" actId="26606"/>
          <ac:spMkLst>
            <pc:docMk/>
            <pc:sldMk cId="3381096917" sldId="273"/>
            <ac:spMk id="12" creationId="{A8908DB7-C3A6-4FCB-9820-CEE02B398C4A}"/>
          </ac:spMkLst>
        </pc:spChg>
        <pc:spChg chg="add del">
          <ac:chgData name="Alva, Yino" userId="38f0b612-f79a-4792-8216-9b24e8e28507" providerId="ADAL" clId="{38B63EF4-3A5B-440F-A221-BB65635FC649}" dt="2026-10-19T04:09:43.848" v="86" actId="26606"/>
          <ac:spMkLst>
            <pc:docMk/>
            <pc:sldMk cId="3381096917" sldId="273"/>
            <ac:spMk id="14" creationId="{535742DD-1B16-4E9D-B715-0D74B4574A68}"/>
          </ac:spMkLst>
        </pc:spChg>
        <pc:spChg chg="add">
          <ac:chgData name="Alva, Yino" userId="38f0b612-f79a-4792-8216-9b24e8e28507" providerId="ADAL" clId="{38B63EF4-3A5B-440F-A221-BB65635FC649}" dt="2026-10-20T01:25:59.914" v="648" actId="26606"/>
          <ac:spMkLst>
            <pc:docMk/>
            <pc:sldMk cId="3381096917" sldId="273"/>
            <ac:spMk id="16" creationId="{04357C93-F0CB-4A1C-8F77-4E9063789819}"/>
          </ac:spMkLst>
        </pc:spChg>
        <pc:spChg chg="add del">
          <ac:chgData name="Alva, Yino" userId="38f0b612-f79a-4792-8216-9b24e8e28507" providerId="ADAL" clId="{38B63EF4-3A5B-440F-A221-BB65635FC649}" dt="2026-10-20T01:06:41.651" v="567"/>
          <ac:spMkLst>
            <pc:docMk/>
            <pc:sldMk cId="3381096917" sldId="273"/>
            <ac:spMk id="19" creationId="{665DBBEF-238B-476B-96AB-8AAC3224ECEA}"/>
          </ac:spMkLst>
        </pc:spChg>
        <pc:spChg chg="add del">
          <ac:chgData name="Alva, Yino" userId="38f0b612-f79a-4792-8216-9b24e8e28507" providerId="ADAL" clId="{38B63EF4-3A5B-440F-A221-BB65635FC649}" dt="2026-10-20T01:06:41.651" v="567"/>
          <ac:spMkLst>
            <pc:docMk/>
            <pc:sldMk cId="3381096917" sldId="273"/>
            <ac:spMk id="21" creationId="{3FCFB1DE-0B7E-48CC-BA90-B2AB0889F9D6}"/>
          </ac:spMkLst>
        </pc:spChg>
        <pc:grpChg chg="add">
          <ac:chgData name="Alva, Yino" userId="38f0b612-f79a-4792-8216-9b24e8e28507" providerId="ADAL" clId="{38B63EF4-3A5B-440F-A221-BB65635FC649}" dt="2026-10-20T01:25:59.914" v="648" actId="26606"/>
          <ac:grpSpMkLst>
            <pc:docMk/>
            <pc:sldMk cId="3381096917" sldId="273"/>
            <ac:grpSpMk id="7" creationId="{3AF6A671-C637-4547-85F4-51B6D1881399}"/>
          </ac:grpSpMkLst>
        </pc:grpChg>
        <pc:picChg chg="add mod ord">
          <ac:chgData name="Alva, Yino" userId="38f0b612-f79a-4792-8216-9b24e8e28507" providerId="ADAL" clId="{38B63EF4-3A5B-440F-A221-BB65635FC649}" dt="2026-10-20T01:25:59.914" v="648" actId="26606"/>
          <ac:picMkLst>
            <pc:docMk/>
            <pc:sldMk cId="3381096917" sldId="273"/>
            <ac:picMk id="5" creationId="{D73051E0-D586-C701-9651-F4B4C621F882}"/>
          </ac:picMkLst>
        </pc:picChg>
      </pc:sldChg>
      <pc:sldChg chg="addSp delSp modSp new mod setBg delDesignElem">
        <pc:chgData name="Alva, Yino" userId="38f0b612-f79a-4792-8216-9b24e8e28507" providerId="ADAL" clId="{38B63EF4-3A5B-440F-A221-BB65635FC649}" dt="2026-10-20T01:26:04.364" v="650" actId="26606"/>
        <pc:sldMkLst>
          <pc:docMk/>
          <pc:sldMk cId="1774324383" sldId="274"/>
        </pc:sldMkLst>
        <pc:spChg chg="mod">
          <ac:chgData name="Alva, Yino" userId="38f0b612-f79a-4792-8216-9b24e8e28507" providerId="ADAL" clId="{38B63EF4-3A5B-440F-A221-BB65635FC649}" dt="2026-10-20T01:26:04.364" v="650" actId="26606"/>
          <ac:spMkLst>
            <pc:docMk/>
            <pc:sldMk cId="1774324383" sldId="274"/>
            <ac:spMk id="2" creationId="{81DF1FA9-C4CD-84E7-8684-77A7810E736E}"/>
          </ac:spMkLst>
        </pc:spChg>
        <pc:spChg chg="mod">
          <ac:chgData name="Alva, Yino" userId="38f0b612-f79a-4792-8216-9b24e8e28507" providerId="ADAL" clId="{38B63EF4-3A5B-440F-A221-BB65635FC649}" dt="2026-10-20T01:26:04.364" v="650" actId="26606"/>
          <ac:spMkLst>
            <pc:docMk/>
            <pc:sldMk cId="1774324383" sldId="274"/>
            <ac:spMk id="3" creationId="{D7E3C94E-DA58-218B-B4F8-61F3622457AA}"/>
          </ac:spMkLst>
        </pc:spChg>
        <pc:spChg chg="add">
          <ac:chgData name="Alva, Yino" userId="38f0b612-f79a-4792-8216-9b24e8e28507" providerId="ADAL" clId="{38B63EF4-3A5B-440F-A221-BB65635FC649}" dt="2026-10-20T01:26:04.364" v="650" actId="26606"/>
          <ac:spMkLst>
            <pc:docMk/>
            <pc:sldMk cId="1774324383" sldId="274"/>
            <ac:spMk id="5" creationId="{DBF61EA3-B236-439E-9C0B-340980D56BEE}"/>
          </ac:spMkLst>
        </pc:spChg>
        <pc:spChg chg="add del">
          <ac:chgData name="Alva, Yino" userId="38f0b612-f79a-4792-8216-9b24e8e28507" providerId="ADAL" clId="{38B63EF4-3A5B-440F-A221-BB65635FC649}" dt="2026-10-20T01:06:41.651" v="567"/>
          <ac:spMkLst>
            <pc:docMk/>
            <pc:sldMk cId="1774324383" sldId="274"/>
            <ac:spMk id="8" creationId="{B6CDA21F-E7AF-4C75-8395-33F58D5B0E45}"/>
          </ac:spMkLst>
        </pc:spChg>
        <pc:spChg chg="add">
          <ac:chgData name="Alva, Yino" userId="38f0b612-f79a-4792-8216-9b24e8e28507" providerId="ADAL" clId="{38B63EF4-3A5B-440F-A221-BB65635FC649}" dt="2026-10-20T01:26:04.364" v="650" actId="26606"/>
          <ac:spMkLst>
            <pc:docMk/>
            <pc:sldMk cId="1774324383" sldId="274"/>
            <ac:spMk id="14" creationId="{E659831F-0D9A-4C63-9EBB-8435B85A440F}"/>
          </ac:spMkLst>
        </pc:spChg>
        <pc:spChg chg="add del">
          <ac:chgData name="Alva, Yino" userId="38f0b612-f79a-4792-8216-9b24e8e28507" providerId="ADAL" clId="{38B63EF4-3A5B-440F-A221-BB65635FC649}" dt="2026-10-20T01:06:41.651" v="567"/>
          <ac:spMkLst>
            <pc:docMk/>
            <pc:sldMk cId="1774324383" sldId="274"/>
            <ac:spMk id="15" creationId="{D5B0017B-2ECA-49AF-B397-DC140825DF8D}"/>
          </ac:spMkLst>
        </pc:spChg>
        <pc:grpChg chg="add">
          <ac:chgData name="Alva, Yino" userId="38f0b612-f79a-4792-8216-9b24e8e28507" providerId="ADAL" clId="{38B63EF4-3A5B-440F-A221-BB65635FC649}" dt="2026-10-20T01:26:04.364" v="650" actId="26606"/>
          <ac:grpSpMkLst>
            <pc:docMk/>
            <pc:sldMk cId="1774324383" sldId="274"/>
            <ac:grpSpMk id="6" creationId="{28FAF094-D087-493F-8DF9-A486C2D6BBAA}"/>
          </ac:grpSpMkLst>
        </pc:grpChg>
        <pc:grpChg chg="add del">
          <ac:chgData name="Alva, Yino" userId="38f0b612-f79a-4792-8216-9b24e8e28507" providerId="ADAL" clId="{38B63EF4-3A5B-440F-A221-BB65635FC649}" dt="2026-10-20T01:06:41.651" v="567"/>
          <ac:grpSpMkLst>
            <pc:docMk/>
            <pc:sldMk cId="1774324383" sldId="274"/>
            <ac:grpSpMk id="10" creationId="{AE1C45F0-260A-458C-96ED-C1F6D2151219}"/>
          </ac:grpSpMkLst>
        </pc:grpChg>
        <pc:cxnChg chg="add del">
          <ac:chgData name="Alva, Yino" userId="38f0b612-f79a-4792-8216-9b24e8e28507" providerId="ADAL" clId="{38B63EF4-3A5B-440F-A221-BB65635FC649}" dt="2026-10-20T01:06:41.651" v="567"/>
          <ac:cxnSpMkLst>
            <pc:docMk/>
            <pc:sldMk cId="1774324383" sldId="274"/>
            <ac:cxnSpMk id="17" creationId="{6CF1BAF6-AD41-4082-B212-8A1F9A2E8779}"/>
          </ac:cxnSpMkLst>
        </pc:cxnChg>
      </pc:sldChg>
      <pc:sldChg chg="addSp delSp modSp new mod setBg delDesignElem">
        <pc:chgData name="Alva, Yino" userId="38f0b612-f79a-4792-8216-9b24e8e28507" providerId="ADAL" clId="{38B63EF4-3A5B-440F-A221-BB65635FC649}" dt="2026-10-20T01:26:09.187" v="651" actId="26606"/>
        <pc:sldMkLst>
          <pc:docMk/>
          <pc:sldMk cId="664055515" sldId="275"/>
        </pc:sldMkLst>
        <pc:spChg chg="mod">
          <ac:chgData name="Alva, Yino" userId="38f0b612-f79a-4792-8216-9b24e8e28507" providerId="ADAL" clId="{38B63EF4-3A5B-440F-A221-BB65635FC649}" dt="2026-10-20T01:26:09.187" v="651" actId="26606"/>
          <ac:spMkLst>
            <pc:docMk/>
            <pc:sldMk cId="664055515" sldId="275"/>
            <ac:spMk id="2" creationId="{958FA038-0582-54E8-FB06-B17CE67E99FE}"/>
          </ac:spMkLst>
        </pc:spChg>
        <pc:spChg chg="mod">
          <ac:chgData name="Alva, Yino" userId="38f0b612-f79a-4792-8216-9b24e8e28507" providerId="ADAL" clId="{38B63EF4-3A5B-440F-A221-BB65635FC649}" dt="2026-10-20T01:26:09.187" v="651" actId="26606"/>
          <ac:spMkLst>
            <pc:docMk/>
            <pc:sldMk cId="664055515" sldId="275"/>
            <ac:spMk id="3" creationId="{2E4B878F-E0A7-6D36-3872-C1129B4C16B5}"/>
          </ac:spMkLst>
        </pc:spChg>
        <pc:spChg chg="add">
          <ac:chgData name="Alva, Yino" userId="38f0b612-f79a-4792-8216-9b24e8e28507" providerId="ADAL" clId="{38B63EF4-3A5B-440F-A221-BB65635FC649}" dt="2026-10-20T01:26:09.187" v="651" actId="26606"/>
          <ac:spMkLst>
            <pc:docMk/>
            <pc:sldMk cId="664055515" sldId="275"/>
            <ac:spMk id="5" creationId="{DBF61EA3-B236-439E-9C0B-340980D56BEE}"/>
          </ac:spMkLst>
        </pc:spChg>
        <pc:spChg chg="add del">
          <ac:chgData name="Alva, Yino" userId="38f0b612-f79a-4792-8216-9b24e8e28507" providerId="ADAL" clId="{38B63EF4-3A5B-440F-A221-BB65635FC649}" dt="2026-10-20T01:06:41.651" v="567"/>
          <ac:spMkLst>
            <pc:docMk/>
            <pc:sldMk cId="664055515" sldId="275"/>
            <ac:spMk id="8" creationId="{B6CDA21F-E7AF-4C75-8395-33F58D5B0E45}"/>
          </ac:spMkLst>
        </pc:spChg>
        <pc:spChg chg="add">
          <ac:chgData name="Alva, Yino" userId="38f0b612-f79a-4792-8216-9b24e8e28507" providerId="ADAL" clId="{38B63EF4-3A5B-440F-A221-BB65635FC649}" dt="2026-10-20T01:26:09.187" v="651" actId="26606"/>
          <ac:spMkLst>
            <pc:docMk/>
            <pc:sldMk cId="664055515" sldId="275"/>
            <ac:spMk id="14" creationId="{E659831F-0D9A-4C63-9EBB-8435B85A440F}"/>
          </ac:spMkLst>
        </pc:spChg>
        <pc:spChg chg="add del">
          <ac:chgData name="Alva, Yino" userId="38f0b612-f79a-4792-8216-9b24e8e28507" providerId="ADAL" clId="{38B63EF4-3A5B-440F-A221-BB65635FC649}" dt="2026-10-20T01:06:41.651" v="567"/>
          <ac:spMkLst>
            <pc:docMk/>
            <pc:sldMk cId="664055515" sldId="275"/>
            <ac:spMk id="15" creationId="{D5B0017B-2ECA-49AF-B397-DC140825DF8D}"/>
          </ac:spMkLst>
        </pc:spChg>
        <pc:grpChg chg="add">
          <ac:chgData name="Alva, Yino" userId="38f0b612-f79a-4792-8216-9b24e8e28507" providerId="ADAL" clId="{38B63EF4-3A5B-440F-A221-BB65635FC649}" dt="2026-10-20T01:26:09.187" v="651" actId="26606"/>
          <ac:grpSpMkLst>
            <pc:docMk/>
            <pc:sldMk cId="664055515" sldId="275"/>
            <ac:grpSpMk id="6" creationId="{28FAF094-D087-493F-8DF9-A486C2D6BBAA}"/>
          </ac:grpSpMkLst>
        </pc:grpChg>
        <pc:grpChg chg="add del">
          <ac:chgData name="Alva, Yino" userId="38f0b612-f79a-4792-8216-9b24e8e28507" providerId="ADAL" clId="{38B63EF4-3A5B-440F-A221-BB65635FC649}" dt="2026-10-20T01:06:41.651" v="567"/>
          <ac:grpSpMkLst>
            <pc:docMk/>
            <pc:sldMk cId="664055515" sldId="275"/>
            <ac:grpSpMk id="10" creationId="{AE1C45F0-260A-458C-96ED-C1F6D2151219}"/>
          </ac:grpSpMkLst>
        </pc:grpChg>
        <pc:cxnChg chg="add del">
          <ac:chgData name="Alva, Yino" userId="38f0b612-f79a-4792-8216-9b24e8e28507" providerId="ADAL" clId="{38B63EF4-3A5B-440F-A221-BB65635FC649}" dt="2026-10-20T01:06:41.651" v="567"/>
          <ac:cxnSpMkLst>
            <pc:docMk/>
            <pc:sldMk cId="664055515" sldId="275"/>
            <ac:cxnSpMk id="17" creationId="{6CF1BAF6-AD41-4082-B212-8A1F9A2E8779}"/>
          </ac:cxnSpMkLst>
        </pc:cxnChg>
      </pc:sldChg>
      <pc:sldChg chg="addSp delSp modSp add mod delDesignElem">
        <pc:chgData name="Alva, Yino" userId="38f0b612-f79a-4792-8216-9b24e8e28507" providerId="ADAL" clId="{38B63EF4-3A5B-440F-A221-BB65635FC649}" dt="2026-10-20T01:26:12.542" v="654" actId="26606"/>
        <pc:sldMkLst>
          <pc:docMk/>
          <pc:sldMk cId="1176908979" sldId="276"/>
        </pc:sldMkLst>
        <pc:spChg chg="mod">
          <ac:chgData name="Alva, Yino" userId="38f0b612-f79a-4792-8216-9b24e8e28507" providerId="ADAL" clId="{38B63EF4-3A5B-440F-A221-BB65635FC649}" dt="2026-10-20T01:26:12.542" v="654" actId="26606"/>
          <ac:spMkLst>
            <pc:docMk/>
            <pc:sldMk cId="1176908979" sldId="276"/>
            <ac:spMk id="2" creationId="{8E8E21F6-B5CB-B4A3-82C6-8C824962EACC}"/>
          </ac:spMkLst>
        </pc:spChg>
        <pc:spChg chg="mod">
          <ac:chgData name="Alva, Yino" userId="38f0b612-f79a-4792-8216-9b24e8e28507" providerId="ADAL" clId="{38B63EF4-3A5B-440F-A221-BB65635FC649}" dt="2026-10-20T01:26:12.542" v="654" actId="26606"/>
          <ac:spMkLst>
            <pc:docMk/>
            <pc:sldMk cId="1176908979" sldId="276"/>
            <ac:spMk id="3" creationId="{7951C7BE-F6A3-3956-8295-60C350EA0CDB}"/>
          </ac:spMkLst>
        </pc:spChg>
        <pc:spChg chg="add del">
          <ac:chgData name="Alva, Yino" userId="38f0b612-f79a-4792-8216-9b24e8e28507" providerId="ADAL" clId="{38B63EF4-3A5B-440F-A221-BB65635FC649}" dt="2026-10-20T01:26:12.537" v="653" actId="26606"/>
          <ac:spMkLst>
            <pc:docMk/>
            <pc:sldMk cId="1176908979" sldId="276"/>
            <ac:spMk id="5" creationId="{DBF61EA3-B236-439E-9C0B-340980D56BEE}"/>
          </ac:spMkLst>
        </pc:spChg>
        <pc:spChg chg="del">
          <ac:chgData name="Alva, Yino" userId="38f0b612-f79a-4792-8216-9b24e8e28507" providerId="ADAL" clId="{38B63EF4-3A5B-440F-A221-BB65635FC649}" dt="2026-10-20T01:06:41.651" v="567"/>
          <ac:spMkLst>
            <pc:docMk/>
            <pc:sldMk cId="1176908979" sldId="276"/>
            <ac:spMk id="8" creationId="{0ACBD950-2B05-C455-8A31-491C6C7C85BB}"/>
          </ac:spMkLst>
        </pc:spChg>
        <pc:spChg chg="add del">
          <ac:chgData name="Alva, Yino" userId="38f0b612-f79a-4792-8216-9b24e8e28507" providerId="ADAL" clId="{38B63EF4-3A5B-440F-A221-BB65635FC649}" dt="2026-10-20T01:26:12.537" v="653" actId="26606"/>
          <ac:spMkLst>
            <pc:docMk/>
            <pc:sldMk cId="1176908979" sldId="276"/>
            <ac:spMk id="14" creationId="{E659831F-0D9A-4C63-9EBB-8435B85A440F}"/>
          </ac:spMkLst>
        </pc:spChg>
        <pc:spChg chg="del">
          <ac:chgData name="Alva, Yino" userId="38f0b612-f79a-4792-8216-9b24e8e28507" providerId="ADAL" clId="{38B63EF4-3A5B-440F-A221-BB65635FC649}" dt="2026-10-20T01:06:41.651" v="567"/>
          <ac:spMkLst>
            <pc:docMk/>
            <pc:sldMk cId="1176908979" sldId="276"/>
            <ac:spMk id="15" creationId="{28D0AB62-BC07-7926-69E4-1B932FBBB6E2}"/>
          </ac:spMkLst>
        </pc:spChg>
        <pc:spChg chg="add">
          <ac:chgData name="Alva, Yino" userId="38f0b612-f79a-4792-8216-9b24e8e28507" providerId="ADAL" clId="{38B63EF4-3A5B-440F-A221-BB65635FC649}" dt="2026-10-20T01:26:12.542" v="654" actId="26606"/>
          <ac:spMkLst>
            <pc:docMk/>
            <pc:sldMk cId="1176908979" sldId="276"/>
            <ac:spMk id="16" creationId="{4DA718D0-4865-4629-8134-44F68D41D574}"/>
          </ac:spMkLst>
        </pc:spChg>
        <pc:spChg chg="add">
          <ac:chgData name="Alva, Yino" userId="38f0b612-f79a-4792-8216-9b24e8e28507" providerId="ADAL" clId="{38B63EF4-3A5B-440F-A221-BB65635FC649}" dt="2026-10-20T01:26:12.542" v="654" actId="26606"/>
          <ac:spMkLst>
            <pc:docMk/>
            <pc:sldMk cId="1176908979" sldId="276"/>
            <ac:spMk id="21" creationId="{CBC4F608-B4B8-48C3-9572-C0F061B1CD99}"/>
          </ac:spMkLst>
        </pc:spChg>
        <pc:grpChg chg="add del">
          <ac:chgData name="Alva, Yino" userId="38f0b612-f79a-4792-8216-9b24e8e28507" providerId="ADAL" clId="{38B63EF4-3A5B-440F-A221-BB65635FC649}" dt="2026-10-20T01:26:12.537" v="653" actId="26606"/>
          <ac:grpSpMkLst>
            <pc:docMk/>
            <pc:sldMk cId="1176908979" sldId="276"/>
            <ac:grpSpMk id="6" creationId="{28FAF094-D087-493F-8DF9-A486C2D6BBAA}"/>
          </ac:grpSpMkLst>
        </pc:grpChg>
        <pc:grpChg chg="del">
          <ac:chgData name="Alva, Yino" userId="38f0b612-f79a-4792-8216-9b24e8e28507" providerId="ADAL" clId="{38B63EF4-3A5B-440F-A221-BB65635FC649}" dt="2026-10-20T01:06:41.651" v="567"/>
          <ac:grpSpMkLst>
            <pc:docMk/>
            <pc:sldMk cId="1176908979" sldId="276"/>
            <ac:grpSpMk id="10" creationId="{8F28A74A-2B57-500F-70DB-82EDE2FFDAA1}"/>
          </ac:grpSpMkLst>
        </pc:grpChg>
        <pc:grpChg chg="add">
          <ac:chgData name="Alva, Yino" userId="38f0b612-f79a-4792-8216-9b24e8e28507" providerId="ADAL" clId="{38B63EF4-3A5B-440F-A221-BB65635FC649}" dt="2026-10-20T01:26:12.542" v="654" actId="26606"/>
          <ac:grpSpMkLst>
            <pc:docMk/>
            <pc:sldMk cId="1176908979" sldId="276"/>
            <ac:grpSpMk id="18" creationId="{65167ED7-6315-43AB-B1B6-C326D5FD8F84}"/>
          </ac:grpSpMkLst>
        </pc:grpChg>
        <pc:cxnChg chg="del">
          <ac:chgData name="Alva, Yino" userId="38f0b612-f79a-4792-8216-9b24e8e28507" providerId="ADAL" clId="{38B63EF4-3A5B-440F-A221-BB65635FC649}" dt="2026-10-20T01:06:41.651" v="567"/>
          <ac:cxnSpMkLst>
            <pc:docMk/>
            <pc:sldMk cId="1176908979" sldId="276"/>
            <ac:cxnSpMk id="17" creationId="{10312E8B-E5C4-118A-53EE-C4238BC27FBB}"/>
          </ac:cxnSpMkLst>
        </pc:cxnChg>
      </pc:sldChg>
      <pc:sldChg chg="addSp delSp modSp new mod setBg delDesignElem">
        <pc:chgData name="Alva, Yino" userId="38f0b612-f79a-4792-8216-9b24e8e28507" providerId="ADAL" clId="{38B63EF4-3A5B-440F-A221-BB65635FC649}" dt="2026-10-20T01:26:17.462" v="657" actId="26606"/>
        <pc:sldMkLst>
          <pc:docMk/>
          <pc:sldMk cId="1032616454" sldId="277"/>
        </pc:sldMkLst>
        <pc:spChg chg="mod">
          <ac:chgData name="Alva, Yino" userId="38f0b612-f79a-4792-8216-9b24e8e28507" providerId="ADAL" clId="{38B63EF4-3A5B-440F-A221-BB65635FC649}" dt="2026-10-20T01:26:17.462" v="657" actId="26606"/>
          <ac:spMkLst>
            <pc:docMk/>
            <pc:sldMk cId="1032616454" sldId="277"/>
            <ac:spMk id="2" creationId="{318C87BF-965E-F4E6-1281-013727D6C40C}"/>
          </ac:spMkLst>
        </pc:spChg>
        <pc:spChg chg="mod">
          <ac:chgData name="Alva, Yino" userId="38f0b612-f79a-4792-8216-9b24e8e28507" providerId="ADAL" clId="{38B63EF4-3A5B-440F-A221-BB65635FC649}" dt="2026-10-20T01:26:17.462" v="657" actId="26606"/>
          <ac:spMkLst>
            <pc:docMk/>
            <pc:sldMk cId="1032616454" sldId="277"/>
            <ac:spMk id="3" creationId="{54537145-DE22-98BF-1A6E-16D0E39A9135}"/>
          </ac:spMkLst>
        </pc:spChg>
        <pc:spChg chg="add del">
          <ac:chgData name="Alva, Yino" userId="38f0b612-f79a-4792-8216-9b24e8e28507" providerId="ADAL" clId="{38B63EF4-3A5B-440F-A221-BB65635FC649}" dt="2026-10-20T01:26:17.459" v="656" actId="26606"/>
          <ac:spMkLst>
            <pc:docMk/>
            <pc:sldMk cId="1032616454" sldId="277"/>
            <ac:spMk id="5" creationId="{4DA718D0-4865-4629-8134-44F68D41D574}"/>
          </ac:spMkLst>
        </pc:spChg>
        <pc:spChg chg="add del">
          <ac:chgData name="Alva, Yino" userId="38f0b612-f79a-4792-8216-9b24e8e28507" providerId="ADAL" clId="{38B63EF4-3A5B-440F-A221-BB65635FC649}" dt="2026-10-20T01:06:41.651" v="567"/>
          <ac:spMkLst>
            <pc:docMk/>
            <pc:sldMk cId="1032616454" sldId="277"/>
            <ac:spMk id="8" creationId="{7515D20E-1AB7-4E74-9236-2B72B63D60B6}"/>
          </ac:spMkLst>
        </pc:spChg>
        <pc:spChg chg="add del">
          <ac:chgData name="Alva, Yino" userId="38f0b612-f79a-4792-8216-9b24e8e28507" providerId="ADAL" clId="{38B63EF4-3A5B-440F-A221-BB65635FC649}" dt="2026-10-20T01:26:17.459" v="656" actId="26606"/>
          <ac:spMkLst>
            <pc:docMk/>
            <pc:sldMk cId="1032616454" sldId="277"/>
            <ac:spMk id="14" creationId="{CBC4F608-B4B8-48C3-9572-C0F061B1CD99}"/>
          </ac:spMkLst>
        </pc:spChg>
        <pc:spChg chg="add del">
          <ac:chgData name="Alva, Yino" userId="38f0b612-f79a-4792-8216-9b24e8e28507" providerId="ADAL" clId="{38B63EF4-3A5B-440F-A221-BB65635FC649}" dt="2026-10-20T01:06:41.651" v="567"/>
          <ac:spMkLst>
            <pc:docMk/>
            <pc:sldMk cId="1032616454" sldId="277"/>
            <ac:spMk id="15" creationId="{3873B707-463F-40B0-8227-E8CC6C67EB25}"/>
          </ac:spMkLst>
        </pc:spChg>
        <pc:spChg chg="add">
          <ac:chgData name="Alva, Yino" userId="38f0b612-f79a-4792-8216-9b24e8e28507" providerId="ADAL" clId="{38B63EF4-3A5B-440F-A221-BB65635FC649}" dt="2026-10-20T01:26:17.462" v="657" actId="26606"/>
          <ac:spMkLst>
            <pc:docMk/>
            <pc:sldMk cId="1032616454" sldId="277"/>
            <ac:spMk id="16" creationId="{CBC4F608-B4B8-48C3-9572-C0F061B1CD99}"/>
          </ac:spMkLst>
        </pc:spChg>
        <pc:spChg chg="add del">
          <ac:chgData name="Alva, Yino" userId="38f0b612-f79a-4792-8216-9b24e8e28507" providerId="ADAL" clId="{38B63EF4-3A5B-440F-A221-BB65635FC649}" dt="2026-10-20T01:06:41.651" v="567"/>
          <ac:spMkLst>
            <pc:docMk/>
            <pc:sldMk cId="1032616454" sldId="277"/>
            <ac:spMk id="17" creationId="{19C9EAEA-39D0-4B0E-A0EB-51E7B26740B1}"/>
          </ac:spMkLst>
        </pc:spChg>
        <pc:spChg chg="add">
          <ac:chgData name="Alva, Yino" userId="38f0b612-f79a-4792-8216-9b24e8e28507" providerId="ADAL" clId="{38B63EF4-3A5B-440F-A221-BB65635FC649}" dt="2026-10-20T01:26:17.462" v="657" actId="26606"/>
          <ac:spMkLst>
            <pc:docMk/>
            <pc:sldMk cId="1032616454" sldId="277"/>
            <ac:spMk id="18" creationId="{8B9AA7C6-5E5A-498E-A6DF-A943376E09BC}"/>
          </ac:spMkLst>
        </pc:spChg>
        <pc:spChg chg="add">
          <ac:chgData name="Alva, Yino" userId="38f0b612-f79a-4792-8216-9b24e8e28507" providerId="ADAL" clId="{38B63EF4-3A5B-440F-A221-BB65635FC649}" dt="2026-10-20T01:26:17.462" v="657" actId="26606"/>
          <ac:spMkLst>
            <pc:docMk/>
            <pc:sldMk cId="1032616454" sldId="277"/>
            <ac:spMk id="22" creationId="{81E140AE-0ABF-47C8-BF32-7D2F0CF2BA44}"/>
          </ac:spMkLst>
        </pc:spChg>
        <pc:grpChg chg="add del">
          <ac:chgData name="Alva, Yino" userId="38f0b612-f79a-4792-8216-9b24e8e28507" providerId="ADAL" clId="{38B63EF4-3A5B-440F-A221-BB65635FC649}" dt="2026-10-20T01:26:17.459" v="656" actId="26606"/>
          <ac:grpSpMkLst>
            <pc:docMk/>
            <pc:sldMk cId="1032616454" sldId="277"/>
            <ac:grpSpMk id="6" creationId="{65167ED7-6315-43AB-B1B6-C326D5FD8F84}"/>
          </ac:grpSpMkLst>
        </pc:grpChg>
        <pc:grpChg chg="add del">
          <ac:chgData name="Alva, Yino" userId="38f0b612-f79a-4792-8216-9b24e8e28507" providerId="ADAL" clId="{38B63EF4-3A5B-440F-A221-BB65635FC649}" dt="2026-10-20T01:06:41.651" v="567"/>
          <ac:grpSpMkLst>
            <pc:docMk/>
            <pc:sldMk cId="1032616454" sldId="277"/>
            <ac:grpSpMk id="10" creationId="{032D8612-31EB-44CF-A1D0-14FD4C705424}"/>
          </ac:grpSpMkLst>
        </pc:grpChg>
        <pc:grpChg chg="add">
          <ac:chgData name="Alva, Yino" userId="38f0b612-f79a-4792-8216-9b24e8e28507" providerId="ADAL" clId="{38B63EF4-3A5B-440F-A221-BB65635FC649}" dt="2026-10-20T01:26:17.462" v="657" actId="26606"/>
          <ac:grpSpMkLst>
            <pc:docMk/>
            <pc:sldMk cId="1032616454" sldId="277"/>
            <ac:grpSpMk id="19" creationId="{83EAB11A-76F7-48F4-9B4F-5BFDF4BF9670}"/>
          </ac:grpSpMkLst>
        </pc:grpChg>
      </pc:sldChg>
      <pc:sldChg chg="addSp delSp modSp new mod setBg delDesignElem">
        <pc:chgData name="Alva, Yino" userId="38f0b612-f79a-4792-8216-9b24e8e28507" providerId="ADAL" clId="{38B63EF4-3A5B-440F-A221-BB65635FC649}" dt="2026-10-20T01:26:25.727" v="662" actId="26606"/>
        <pc:sldMkLst>
          <pc:docMk/>
          <pc:sldMk cId="877833800" sldId="278"/>
        </pc:sldMkLst>
        <pc:spChg chg="del">
          <ac:chgData name="Alva, Yino" userId="38f0b612-f79a-4792-8216-9b24e8e28507" providerId="ADAL" clId="{38B63EF4-3A5B-440F-A221-BB65635FC649}" dt="2026-10-19T04:18:24.193" v="169" actId="478"/>
          <ac:spMkLst>
            <pc:docMk/>
            <pc:sldMk cId="877833800" sldId="278"/>
            <ac:spMk id="2" creationId="{2722043C-D4B8-C5D9-DE9D-C12587007475}"/>
          </ac:spMkLst>
        </pc:spChg>
        <pc:spChg chg="add del mod">
          <ac:chgData name="Alva, Yino" userId="38f0b612-f79a-4792-8216-9b24e8e28507" providerId="ADAL" clId="{38B63EF4-3A5B-440F-A221-BB65635FC649}" dt="2026-10-20T01:26:25.727" v="662" actId="26606"/>
          <ac:spMkLst>
            <pc:docMk/>
            <pc:sldMk cId="877833800" sldId="278"/>
            <ac:spMk id="3" creationId="{84664730-3E95-A3B2-0352-53CCE4CF8E20}"/>
          </ac:spMkLst>
        </pc:spChg>
        <pc:spChg chg="add del">
          <ac:chgData name="Alva, Yino" userId="38f0b612-f79a-4792-8216-9b24e8e28507" providerId="ADAL" clId="{38B63EF4-3A5B-440F-A221-BB65635FC649}" dt="2026-10-19T04:18:39.565" v="174" actId="26606"/>
          <ac:spMkLst>
            <pc:docMk/>
            <pc:sldMk cId="877833800" sldId="278"/>
            <ac:spMk id="8" creationId="{7515D20E-1AB7-4E74-9236-2B72B63D60B6}"/>
          </ac:spMkLst>
        </pc:spChg>
        <pc:spChg chg="add del">
          <ac:chgData name="Alva, Yino" userId="38f0b612-f79a-4792-8216-9b24e8e28507" providerId="ADAL" clId="{38B63EF4-3A5B-440F-A221-BB65635FC649}" dt="2026-10-20T01:26:21.682" v="659" actId="26606"/>
          <ac:spMkLst>
            <pc:docMk/>
            <pc:sldMk cId="877833800" sldId="278"/>
            <ac:spMk id="9" creationId="{B50AB553-2A96-4A92-96F2-93548E096954}"/>
          </ac:spMkLst>
        </pc:spChg>
        <pc:spChg chg="add del">
          <ac:chgData name="Alva, Yino" userId="38f0b612-f79a-4792-8216-9b24e8e28507" providerId="ADAL" clId="{38B63EF4-3A5B-440F-A221-BB65635FC649}" dt="2026-10-20T01:26:25.720" v="661" actId="26606"/>
          <ac:spMkLst>
            <pc:docMk/>
            <pc:sldMk cId="877833800" sldId="278"/>
            <ac:spMk id="13" creationId="{8B9AA7C6-5E5A-498E-A6DF-A943376E09BC}"/>
          </ac:spMkLst>
        </pc:spChg>
        <pc:spChg chg="add del">
          <ac:chgData name="Alva, Yino" userId="38f0b612-f79a-4792-8216-9b24e8e28507" providerId="ADAL" clId="{38B63EF4-3A5B-440F-A221-BB65635FC649}" dt="2026-10-20T01:26:25.720" v="661" actId="26606"/>
          <ac:spMkLst>
            <pc:docMk/>
            <pc:sldMk cId="877833800" sldId="278"/>
            <ac:spMk id="14" creationId="{81E140AE-0ABF-47C8-BF32-7D2F0CF2BA44}"/>
          </ac:spMkLst>
        </pc:spChg>
        <pc:spChg chg="add del">
          <ac:chgData name="Alva, Yino" userId="38f0b612-f79a-4792-8216-9b24e8e28507" providerId="ADAL" clId="{38B63EF4-3A5B-440F-A221-BB65635FC649}" dt="2026-10-19T04:18:39.565" v="174" actId="26606"/>
          <ac:spMkLst>
            <pc:docMk/>
            <pc:sldMk cId="877833800" sldId="278"/>
            <ac:spMk id="15" creationId="{3873B707-463F-40B0-8227-E8CC6C67EB25}"/>
          </ac:spMkLst>
        </pc:spChg>
        <pc:spChg chg="add del">
          <ac:chgData name="Alva, Yino" userId="38f0b612-f79a-4792-8216-9b24e8e28507" providerId="ADAL" clId="{38B63EF4-3A5B-440F-A221-BB65635FC649}" dt="2026-10-20T01:26:25.720" v="661" actId="26606"/>
          <ac:spMkLst>
            <pc:docMk/>
            <pc:sldMk cId="877833800" sldId="278"/>
            <ac:spMk id="16" creationId="{CBC4F608-B4B8-48C3-9572-C0F061B1CD99}"/>
          </ac:spMkLst>
        </pc:spChg>
        <pc:spChg chg="add del">
          <ac:chgData name="Alva, Yino" userId="38f0b612-f79a-4792-8216-9b24e8e28507" providerId="ADAL" clId="{38B63EF4-3A5B-440F-A221-BB65635FC649}" dt="2026-10-19T04:18:39.565" v="174" actId="26606"/>
          <ac:spMkLst>
            <pc:docMk/>
            <pc:sldMk cId="877833800" sldId="278"/>
            <ac:spMk id="17" creationId="{19C9EAEA-39D0-4B0E-A0EB-51E7B26740B1}"/>
          </ac:spMkLst>
        </pc:spChg>
        <pc:spChg chg="add del">
          <ac:chgData name="Alva, Yino" userId="38f0b612-f79a-4792-8216-9b24e8e28507" providerId="ADAL" clId="{38B63EF4-3A5B-440F-A221-BB65635FC649}" dt="2026-10-19T04:19:09.039" v="180" actId="26606"/>
          <ac:spMkLst>
            <pc:docMk/>
            <pc:sldMk cId="877833800" sldId="278"/>
            <ac:spMk id="19" creationId="{70E96339-907C-46C3-99AC-31179B6F0EBD}"/>
          </ac:spMkLst>
        </pc:spChg>
        <pc:spChg chg="add del">
          <ac:chgData name="Alva, Yino" userId="38f0b612-f79a-4792-8216-9b24e8e28507" providerId="ADAL" clId="{38B63EF4-3A5B-440F-A221-BB65635FC649}" dt="2026-10-19T04:19:09.039" v="180" actId="26606"/>
          <ac:spMkLst>
            <pc:docMk/>
            <pc:sldMk cId="877833800" sldId="278"/>
            <ac:spMk id="20" creationId="{28D31E1B-0407-4223-9642-0B642CBF57D9}"/>
          </ac:spMkLst>
        </pc:spChg>
        <pc:spChg chg="add del">
          <ac:chgData name="Alva, Yino" userId="38f0b612-f79a-4792-8216-9b24e8e28507" providerId="ADAL" clId="{38B63EF4-3A5B-440F-A221-BB65635FC649}" dt="2026-10-20T01:26:25.720" v="661" actId="26606"/>
          <ac:spMkLst>
            <pc:docMk/>
            <pc:sldMk cId="877833800" sldId="278"/>
            <ac:spMk id="23" creationId="{84664730-3E95-A3B2-0352-53CCE4CF8E20}"/>
          </ac:spMkLst>
        </pc:spChg>
        <pc:spChg chg="add del">
          <ac:chgData name="Alva, Yino" userId="38f0b612-f79a-4792-8216-9b24e8e28507" providerId="ADAL" clId="{38B63EF4-3A5B-440F-A221-BB65635FC649}" dt="2026-10-19T04:19:09.039" v="180" actId="26606"/>
          <ac:spMkLst>
            <pc:docMk/>
            <pc:sldMk cId="877833800" sldId="278"/>
            <ac:spMk id="25" creationId="{D5B0017B-2ECA-49AF-B397-DC140825DF8D}"/>
          </ac:spMkLst>
        </pc:spChg>
        <pc:spChg chg="add">
          <ac:chgData name="Alva, Yino" userId="38f0b612-f79a-4792-8216-9b24e8e28507" providerId="ADAL" clId="{38B63EF4-3A5B-440F-A221-BB65635FC649}" dt="2026-10-20T01:26:25.727" v="662" actId="26606"/>
          <ac:spMkLst>
            <pc:docMk/>
            <pc:sldMk cId="877833800" sldId="278"/>
            <ac:spMk id="26" creationId="{DBF61EA3-B236-439E-9C0B-340980D56BEE}"/>
          </ac:spMkLst>
        </pc:spChg>
        <pc:spChg chg="add">
          <ac:chgData name="Alva, Yino" userId="38f0b612-f79a-4792-8216-9b24e8e28507" providerId="ADAL" clId="{38B63EF4-3A5B-440F-A221-BB65635FC649}" dt="2026-10-20T01:26:25.727" v="662" actId="26606"/>
          <ac:spMkLst>
            <pc:docMk/>
            <pc:sldMk cId="877833800" sldId="278"/>
            <ac:spMk id="29" creationId="{E659831F-0D9A-4C63-9EBB-8435B85A440F}"/>
          </ac:spMkLst>
        </pc:spChg>
        <pc:spChg chg="add del">
          <ac:chgData name="Alva, Yino" userId="38f0b612-f79a-4792-8216-9b24e8e28507" providerId="ADAL" clId="{38B63EF4-3A5B-440F-A221-BB65635FC649}" dt="2026-10-20T01:06:41.651" v="567"/>
          <ac:spMkLst>
            <pc:docMk/>
            <pc:sldMk cId="877833800" sldId="278"/>
            <ac:spMk id="30" creationId="{DBF61EA3-B236-439E-9C0B-340980D56BEE}"/>
          </ac:spMkLst>
        </pc:spChg>
        <pc:spChg chg="add">
          <ac:chgData name="Alva, Yino" userId="38f0b612-f79a-4792-8216-9b24e8e28507" providerId="ADAL" clId="{38B63EF4-3A5B-440F-A221-BB65635FC649}" dt="2026-10-20T01:26:25.727" v="662" actId="26606"/>
          <ac:spMkLst>
            <pc:docMk/>
            <pc:sldMk cId="877833800" sldId="278"/>
            <ac:spMk id="31" creationId="{84664730-3E95-A3B2-0352-53CCE4CF8E20}"/>
          </ac:spMkLst>
        </pc:spChg>
        <pc:spChg chg="add del">
          <ac:chgData name="Alva, Yino" userId="38f0b612-f79a-4792-8216-9b24e8e28507" providerId="ADAL" clId="{38B63EF4-3A5B-440F-A221-BB65635FC649}" dt="2026-10-20T01:06:41.651" v="567"/>
          <ac:spMkLst>
            <pc:docMk/>
            <pc:sldMk cId="877833800" sldId="278"/>
            <ac:spMk id="36" creationId="{E659831F-0D9A-4C63-9EBB-8435B85A440F}"/>
          </ac:spMkLst>
        </pc:spChg>
        <pc:grpChg chg="add del">
          <ac:chgData name="Alva, Yino" userId="38f0b612-f79a-4792-8216-9b24e8e28507" providerId="ADAL" clId="{38B63EF4-3A5B-440F-A221-BB65635FC649}" dt="2026-10-19T04:18:39.565" v="174" actId="26606"/>
          <ac:grpSpMkLst>
            <pc:docMk/>
            <pc:sldMk cId="877833800" sldId="278"/>
            <ac:grpSpMk id="10" creationId="{032D8612-31EB-44CF-A1D0-14FD4C705424}"/>
          </ac:grpSpMkLst>
        </pc:grpChg>
        <pc:grpChg chg="add del">
          <ac:chgData name="Alva, Yino" userId="38f0b612-f79a-4792-8216-9b24e8e28507" providerId="ADAL" clId="{38B63EF4-3A5B-440F-A221-BB65635FC649}" dt="2026-10-20T01:26:25.720" v="661" actId="26606"/>
          <ac:grpSpMkLst>
            <pc:docMk/>
            <pc:sldMk cId="877833800" sldId="278"/>
            <ac:grpSpMk id="18" creationId="{83EAB11A-76F7-48F4-9B4F-5BFDF4BF9670}"/>
          </ac:grpSpMkLst>
        </pc:grpChg>
        <pc:grpChg chg="add del">
          <ac:chgData name="Alva, Yino" userId="38f0b612-f79a-4792-8216-9b24e8e28507" providerId="ADAL" clId="{38B63EF4-3A5B-440F-A221-BB65635FC649}" dt="2026-10-19T04:19:09.039" v="180" actId="26606"/>
          <ac:grpSpMkLst>
            <pc:docMk/>
            <pc:sldMk cId="877833800" sldId="278"/>
            <ac:grpSpMk id="22" creationId="{AE1C45F0-260A-458C-96ED-C1F6D2151219}"/>
          </ac:grpSpMkLst>
        </pc:grpChg>
        <pc:grpChg chg="add">
          <ac:chgData name="Alva, Yino" userId="38f0b612-f79a-4792-8216-9b24e8e28507" providerId="ADAL" clId="{38B63EF4-3A5B-440F-A221-BB65635FC649}" dt="2026-10-20T01:26:25.727" v="662" actId="26606"/>
          <ac:grpSpMkLst>
            <pc:docMk/>
            <pc:sldMk cId="877833800" sldId="278"/>
            <ac:grpSpMk id="27" creationId="{28FAF094-D087-493F-8DF9-A486C2D6BBAA}"/>
          </ac:grpSpMkLst>
        </pc:grpChg>
        <pc:grpChg chg="add del">
          <ac:chgData name="Alva, Yino" userId="38f0b612-f79a-4792-8216-9b24e8e28507" providerId="ADAL" clId="{38B63EF4-3A5B-440F-A221-BB65635FC649}" dt="2026-10-20T01:06:41.651" v="567"/>
          <ac:grpSpMkLst>
            <pc:docMk/>
            <pc:sldMk cId="877833800" sldId="278"/>
            <ac:grpSpMk id="32" creationId="{28FAF094-D087-493F-8DF9-A486C2D6BBAA}"/>
          </ac:grpSpMkLst>
        </pc:grpChg>
        <pc:graphicFrameChg chg="add del">
          <ac:chgData name="Alva, Yino" userId="38f0b612-f79a-4792-8216-9b24e8e28507" providerId="ADAL" clId="{38B63EF4-3A5B-440F-A221-BB65635FC649}" dt="2026-10-20T01:26:21.682" v="659" actId="26606"/>
          <ac:graphicFrameMkLst>
            <pc:docMk/>
            <pc:sldMk cId="877833800" sldId="278"/>
            <ac:graphicFrameMk id="5" creationId="{61943B7A-9A6D-93A6-88F8-F9B9D53B4EA9}"/>
          </ac:graphicFrameMkLst>
        </pc:graphicFrameChg>
        <pc:picChg chg="add del">
          <ac:chgData name="Alva, Yino" userId="38f0b612-f79a-4792-8216-9b24e8e28507" providerId="ADAL" clId="{38B63EF4-3A5B-440F-A221-BB65635FC649}" dt="2026-10-20T01:26:21.682" v="659" actId="26606"/>
          <ac:picMkLst>
            <pc:docMk/>
            <pc:sldMk cId="877833800" sldId="278"/>
            <ac:picMk id="6" creationId="{71ADEAAD-F0AC-29B1-CBAF-86EB5399E6F1}"/>
          </ac:picMkLst>
        </pc:picChg>
        <pc:picChg chg="add del">
          <ac:chgData name="Alva, Yino" userId="38f0b612-f79a-4792-8216-9b24e8e28507" providerId="ADAL" clId="{38B63EF4-3A5B-440F-A221-BB65635FC649}" dt="2026-10-19T04:19:02.671" v="179" actId="478"/>
          <ac:picMkLst>
            <pc:docMk/>
            <pc:sldMk cId="877833800" sldId="278"/>
            <ac:picMk id="7" creationId="{1BFF990A-7D10-0A03-3214-A5F4E9FBBA56}"/>
          </ac:picMkLst>
        </pc:picChg>
        <pc:cxnChg chg="add del">
          <ac:chgData name="Alva, Yino" userId="38f0b612-f79a-4792-8216-9b24e8e28507" providerId="ADAL" clId="{38B63EF4-3A5B-440F-A221-BB65635FC649}" dt="2026-10-19T04:19:09.039" v="180" actId="26606"/>
          <ac:cxnSpMkLst>
            <pc:docMk/>
            <pc:sldMk cId="877833800" sldId="278"/>
            <ac:cxnSpMk id="21" creationId="{6CF1BAF6-AD41-4082-B212-8A1F9A2E8779}"/>
          </ac:cxnSpMkLst>
        </pc:cxnChg>
      </pc:sldChg>
      <pc:sldChg chg="addSp delSp modSp new mod setBg">
        <pc:chgData name="Alva, Yino" userId="38f0b612-f79a-4792-8216-9b24e8e28507" providerId="ADAL" clId="{38B63EF4-3A5B-440F-A221-BB65635FC649}" dt="2026-10-20T01:26:31.431" v="663" actId="26606"/>
        <pc:sldMkLst>
          <pc:docMk/>
          <pc:sldMk cId="3324262590" sldId="279"/>
        </pc:sldMkLst>
        <pc:spChg chg="mod">
          <ac:chgData name="Alva, Yino" userId="38f0b612-f79a-4792-8216-9b24e8e28507" providerId="ADAL" clId="{38B63EF4-3A5B-440F-A221-BB65635FC649}" dt="2026-10-20T01:26:31.431" v="663" actId="26606"/>
          <ac:spMkLst>
            <pc:docMk/>
            <pc:sldMk cId="3324262590" sldId="279"/>
            <ac:spMk id="2" creationId="{4BC62052-0A31-32CE-D5C6-84657EC79A8C}"/>
          </ac:spMkLst>
        </pc:spChg>
        <pc:spChg chg="del">
          <ac:chgData name="Alva, Yino" userId="38f0b612-f79a-4792-8216-9b24e8e28507" providerId="ADAL" clId="{38B63EF4-3A5B-440F-A221-BB65635FC649}" dt="2026-10-19T04:34:28.060" v="182" actId="22"/>
          <ac:spMkLst>
            <pc:docMk/>
            <pc:sldMk cId="3324262590" sldId="279"/>
            <ac:spMk id="3" creationId="{3A6B70D6-CDC5-3F00-516B-E5FE12A9B728}"/>
          </ac:spMkLst>
        </pc:spChg>
        <pc:spChg chg="add">
          <ac:chgData name="Alva, Yino" userId="38f0b612-f79a-4792-8216-9b24e8e28507" providerId="ADAL" clId="{38B63EF4-3A5B-440F-A221-BB65635FC649}" dt="2026-10-20T01:26:31.431" v="663" actId="26606"/>
          <ac:spMkLst>
            <pc:docMk/>
            <pc:sldMk cId="3324262590" sldId="279"/>
            <ac:spMk id="10" creationId="{BA79A7CF-01AF-4178-9369-94E0C90EB046}"/>
          </ac:spMkLst>
        </pc:spChg>
        <pc:spChg chg="add">
          <ac:chgData name="Alva, Yino" userId="38f0b612-f79a-4792-8216-9b24e8e28507" providerId="ADAL" clId="{38B63EF4-3A5B-440F-A221-BB65635FC649}" dt="2026-10-20T01:26:31.431" v="663" actId="26606"/>
          <ac:spMkLst>
            <pc:docMk/>
            <pc:sldMk cId="3324262590" sldId="279"/>
            <ac:spMk id="12" creationId="{99413ED5-9ED4-4772-BCE4-2BCAE6B12E35}"/>
          </ac:spMkLst>
        </pc:spChg>
        <pc:spChg chg="add">
          <ac:chgData name="Alva, Yino" userId="38f0b612-f79a-4792-8216-9b24e8e28507" providerId="ADAL" clId="{38B63EF4-3A5B-440F-A221-BB65635FC649}" dt="2026-10-20T01:26:31.431" v="663" actId="26606"/>
          <ac:spMkLst>
            <pc:docMk/>
            <pc:sldMk cId="3324262590" sldId="279"/>
            <ac:spMk id="14" creationId="{04357C93-F0CB-4A1C-8F77-4E9063789819}"/>
          </ac:spMkLst>
        </pc:spChg>
        <pc:spChg chg="add">
          <ac:chgData name="Alva, Yino" userId="38f0b612-f79a-4792-8216-9b24e8e28507" providerId="ADAL" clId="{38B63EF4-3A5B-440F-A221-BB65635FC649}" dt="2026-10-20T01:26:31.431" v="663" actId="26606"/>
          <ac:spMkLst>
            <pc:docMk/>
            <pc:sldMk cId="3324262590" sldId="279"/>
            <ac:spMk id="16" creationId="{90F533E9-6690-41A8-A372-4C6C622D028D}"/>
          </ac:spMkLst>
        </pc:spChg>
        <pc:picChg chg="add mod ord">
          <ac:chgData name="Alva, Yino" userId="38f0b612-f79a-4792-8216-9b24e8e28507" providerId="ADAL" clId="{38B63EF4-3A5B-440F-A221-BB65635FC649}" dt="2026-10-20T01:26:31.431" v="663" actId="26606"/>
          <ac:picMkLst>
            <pc:docMk/>
            <pc:sldMk cId="3324262590" sldId="279"/>
            <ac:picMk id="5" creationId="{ACF2C741-2856-2CAE-4516-1DFE78CE9449}"/>
          </ac:picMkLst>
        </pc:picChg>
      </pc:sldChg>
      <pc:sldChg chg="addSp delSp modSp new mod setBg delDesignElem">
        <pc:chgData name="Alva, Yino" userId="38f0b612-f79a-4792-8216-9b24e8e28507" providerId="ADAL" clId="{38B63EF4-3A5B-440F-A221-BB65635FC649}" dt="2026-10-20T01:26:46.166" v="664" actId="26606"/>
        <pc:sldMkLst>
          <pc:docMk/>
          <pc:sldMk cId="2802374305" sldId="280"/>
        </pc:sldMkLst>
        <pc:spChg chg="mod">
          <ac:chgData name="Alva, Yino" userId="38f0b612-f79a-4792-8216-9b24e8e28507" providerId="ADAL" clId="{38B63EF4-3A5B-440F-A221-BB65635FC649}" dt="2026-10-20T01:26:46.166" v="664" actId="26606"/>
          <ac:spMkLst>
            <pc:docMk/>
            <pc:sldMk cId="2802374305" sldId="280"/>
            <ac:spMk id="2" creationId="{A7025B01-D7C7-02C3-DA72-8709A3D2D38C}"/>
          </ac:spMkLst>
        </pc:spChg>
        <pc:spChg chg="mod">
          <ac:chgData name="Alva, Yino" userId="38f0b612-f79a-4792-8216-9b24e8e28507" providerId="ADAL" clId="{38B63EF4-3A5B-440F-A221-BB65635FC649}" dt="2026-10-20T01:26:46.166" v="664" actId="26606"/>
          <ac:spMkLst>
            <pc:docMk/>
            <pc:sldMk cId="2802374305" sldId="280"/>
            <ac:spMk id="3" creationId="{25D218ED-C9E8-DEE6-67F9-A61F47733097}"/>
          </ac:spMkLst>
        </pc:spChg>
        <pc:spChg chg="add">
          <ac:chgData name="Alva, Yino" userId="38f0b612-f79a-4792-8216-9b24e8e28507" providerId="ADAL" clId="{38B63EF4-3A5B-440F-A221-BB65635FC649}" dt="2026-10-20T01:26:46.166" v="664" actId="26606"/>
          <ac:spMkLst>
            <pc:docMk/>
            <pc:sldMk cId="2802374305" sldId="280"/>
            <ac:spMk id="5" creationId="{907EF6B7-1338-4443-8C46-6A318D952DFD}"/>
          </ac:spMkLst>
        </pc:spChg>
        <pc:spChg chg="add">
          <ac:chgData name="Alva, Yino" userId="38f0b612-f79a-4792-8216-9b24e8e28507" providerId="ADAL" clId="{38B63EF4-3A5B-440F-A221-BB65635FC649}" dt="2026-10-20T01:26:46.166" v="664" actId="26606"/>
          <ac:spMkLst>
            <pc:docMk/>
            <pc:sldMk cId="2802374305" sldId="280"/>
            <ac:spMk id="6" creationId="{DAAE4CDD-124C-4DCF-9584-B6033B545DD5}"/>
          </ac:spMkLst>
        </pc:spChg>
        <pc:spChg chg="add del">
          <ac:chgData name="Alva, Yino" userId="38f0b612-f79a-4792-8216-9b24e8e28507" providerId="ADAL" clId="{38B63EF4-3A5B-440F-A221-BB65635FC649}" dt="2026-10-20T01:06:41.651" v="567"/>
          <ac:spMkLst>
            <pc:docMk/>
            <pc:sldMk cId="2802374305" sldId="280"/>
            <ac:spMk id="8" creationId="{777A147A-9ED8-46B4-8660-1B3C2AA880B5}"/>
          </ac:spMkLst>
        </pc:spChg>
        <pc:spChg chg="add del">
          <ac:chgData name="Alva, Yino" userId="38f0b612-f79a-4792-8216-9b24e8e28507" providerId="ADAL" clId="{38B63EF4-3A5B-440F-A221-BB65635FC649}" dt="2026-10-20T01:06:41.651" v="567"/>
          <ac:spMkLst>
            <pc:docMk/>
            <pc:sldMk cId="2802374305" sldId="280"/>
            <ac:spMk id="10" creationId="{5D6C15A0-C087-4593-8414-2B4EC1CDC3DE}"/>
          </ac:spMkLst>
        </pc:spChg>
        <pc:spChg chg="add">
          <ac:chgData name="Alva, Yino" userId="38f0b612-f79a-4792-8216-9b24e8e28507" providerId="ADAL" clId="{38B63EF4-3A5B-440F-A221-BB65635FC649}" dt="2026-10-20T01:26:46.166" v="664" actId="26606"/>
          <ac:spMkLst>
            <pc:docMk/>
            <pc:sldMk cId="2802374305" sldId="280"/>
            <ac:spMk id="12" creationId="{081E4A58-353D-44AE-B2FC-2A74E2E400F7}"/>
          </ac:spMkLst>
        </pc:spChg>
      </pc:sldChg>
      <pc:sldChg chg="addSp delSp modSp new mod setBg delDesignElem">
        <pc:chgData name="Alva, Yino" userId="38f0b612-f79a-4792-8216-9b24e8e28507" providerId="ADAL" clId="{38B63EF4-3A5B-440F-A221-BB65635FC649}" dt="2026-10-20T01:26:58.398" v="670" actId="27636"/>
        <pc:sldMkLst>
          <pc:docMk/>
          <pc:sldMk cId="1336051305" sldId="281"/>
        </pc:sldMkLst>
        <pc:spChg chg="mod">
          <ac:chgData name="Alva, Yino" userId="38f0b612-f79a-4792-8216-9b24e8e28507" providerId="ADAL" clId="{38B63EF4-3A5B-440F-A221-BB65635FC649}" dt="2026-10-20T01:26:51.530" v="665" actId="26606"/>
          <ac:spMkLst>
            <pc:docMk/>
            <pc:sldMk cId="1336051305" sldId="281"/>
            <ac:spMk id="2" creationId="{BA34C5A4-6F15-E2AD-AF6D-4885C1AA773D}"/>
          </ac:spMkLst>
        </pc:spChg>
        <pc:spChg chg="mod">
          <ac:chgData name="Alva, Yino" userId="38f0b612-f79a-4792-8216-9b24e8e28507" providerId="ADAL" clId="{38B63EF4-3A5B-440F-A221-BB65635FC649}" dt="2026-10-20T01:26:58.398" v="670" actId="27636"/>
          <ac:spMkLst>
            <pc:docMk/>
            <pc:sldMk cId="1336051305" sldId="281"/>
            <ac:spMk id="3" creationId="{6D49E2C6-EA39-893A-CE00-79FB99C3526F}"/>
          </ac:spMkLst>
        </pc:spChg>
        <pc:spChg chg="add">
          <ac:chgData name="Alva, Yino" userId="38f0b612-f79a-4792-8216-9b24e8e28507" providerId="ADAL" clId="{38B63EF4-3A5B-440F-A221-BB65635FC649}" dt="2026-10-20T01:26:51.530" v="665" actId="26606"/>
          <ac:spMkLst>
            <pc:docMk/>
            <pc:sldMk cId="1336051305" sldId="281"/>
            <ac:spMk id="5" creationId="{C2554CA6-288E-4202-BC52-2E5A8F0C0AED}"/>
          </ac:spMkLst>
        </pc:spChg>
        <pc:spChg chg="add">
          <ac:chgData name="Alva, Yino" userId="38f0b612-f79a-4792-8216-9b24e8e28507" providerId="ADAL" clId="{38B63EF4-3A5B-440F-A221-BB65635FC649}" dt="2026-10-20T01:26:51.530" v="665" actId="26606"/>
          <ac:spMkLst>
            <pc:docMk/>
            <pc:sldMk cId="1336051305" sldId="281"/>
            <ac:spMk id="6" creationId="{B10BB131-AC8E-4A8E-A5D1-36260F720C3B}"/>
          </ac:spMkLst>
        </pc:spChg>
        <pc:spChg chg="add del">
          <ac:chgData name="Alva, Yino" userId="38f0b612-f79a-4792-8216-9b24e8e28507" providerId="ADAL" clId="{38B63EF4-3A5B-440F-A221-BB65635FC649}" dt="2026-10-20T01:06:41.651" v="567"/>
          <ac:spMkLst>
            <pc:docMk/>
            <pc:sldMk cId="1336051305" sldId="281"/>
            <ac:spMk id="8" creationId="{777A147A-9ED8-46B4-8660-1B3C2AA880B5}"/>
          </ac:spMkLst>
        </pc:spChg>
        <pc:spChg chg="add del">
          <ac:chgData name="Alva, Yino" userId="38f0b612-f79a-4792-8216-9b24e8e28507" providerId="ADAL" clId="{38B63EF4-3A5B-440F-A221-BB65635FC649}" dt="2026-10-20T01:06:41.651" v="567"/>
          <ac:spMkLst>
            <pc:docMk/>
            <pc:sldMk cId="1336051305" sldId="281"/>
            <ac:spMk id="10" creationId="{5D6C15A0-C087-4593-8414-2B4EC1CDC3DE}"/>
          </ac:spMkLst>
        </pc:spChg>
        <pc:spChg chg="add">
          <ac:chgData name="Alva, Yino" userId="38f0b612-f79a-4792-8216-9b24e8e28507" providerId="ADAL" clId="{38B63EF4-3A5B-440F-A221-BB65635FC649}" dt="2026-10-20T01:26:51.530" v="665" actId="26606"/>
          <ac:spMkLst>
            <pc:docMk/>
            <pc:sldMk cId="1336051305" sldId="281"/>
            <ac:spMk id="12" creationId="{5B7778FC-632E-4DCA-A7CB-0D7731CCF970}"/>
          </ac:spMkLst>
        </pc:spChg>
        <pc:spChg chg="add">
          <ac:chgData name="Alva, Yino" userId="38f0b612-f79a-4792-8216-9b24e8e28507" providerId="ADAL" clId="{38B63EF4-3A5B-440F-A221-BB65635FC649}" dt="2026-10-20T01:26:51.530" v="665" actId="26606"/>
          <ac:spMkLst>
            <pc:docMk/>
            <pc:sldMk cId="1336051305" sldId="281"/>
            <ac:spMk id="14" creationId="{FA23A907-97FB-4A8F-880A-DD77401C4296}"/>
          </ac:spMkLst>
        </pc:spChg>
      </pc:sldChg>
      <pc:sldChg chg="addSp delSp modSp new mod setBg delDesignElem">
        <pc:chgData name="Alva, Yino" userId="38f0b612-f79a-4792-8216-9b24e8e28507" providerId="ADAL" clId="{38B63EF4-3A5B-440F-A221-BB65635FC649}" dt="2026-10-20T01:27:03.928" v="671" actId="26606"/>
        <pc:sldMkLst>
          <pc:docMk/>
          <pc:sldMk cId="3525367588" sldId="282"/>
        </pc:sldMkLst>
        <pc:spChg chg="mod">
          <ac:chgData name="Alva, Yino" userId="38f0b612-f79a-4792-8216-9b24e8e28507" providerId="ADAL" clId="{38B63EF4-3A5B-440F-A221-BB65635FC649}" dt="2026-10-20T01:27:03.928" v="671" actId="26606"/>
          <ac:spMkLst>
            <pc:docMk/>
            <pc:sldMk cId="3525367588" sldId="282"/>
            <ac:spMk id="2" creationId="{E558091D-BA26-2CE9-4AF9-6F167B41209A}"/>
          </ac:spMkLst>
        </pc:spChg>
        <pc:spChg chg="mod">
          <ac:chgData name="Alva, Yino" userId="38f0b612-f79a-4792-8216-9b24e8e28507" providerId="ADAL" clId="{38B63EF4-3A5B-440F-A221-BB65635FC649}" dt="2026-10-20T01:27:03.928" v="671" actId="26606"/>
          <ac:spMkLst>
            <pc:docMk/>
            <pc:sldMk cId="3525367588" sldId="282"/>
            <ac:spMk id="3" creationId="{0F356B2C-F21E-25EC-0948-FE250E64B477}"/>
          </ac:spMkLst>
        </pc:spChg>
        <pc:spChg chg="add">
          <ac:chgData name="Alva, Yino" userId="38f0b612-f79a-4792-8216-9b24e8e28507" providerId="ADAL" clId="{38B63EF4-3A5B-440F-A221-BB65635FC649}" dt="2026-10-20T01:27:03.928" v="671" actId="26606"/>
          <ac:spMkLst>
            <pc:docMk/>
            <pc:sldMk cId="3525367588" sldId="282"/>
            <ac:spMk id="5" creationId="{907EF6B7-1338-4443-8C46-6A318D952DFD}"/>
          </ac:spMkLst>
        </pc:spChg>
        <pc:spChg chg="add">
          <ac:chgData name="Alva, Yino" userId="38f0b612-f79a-4792-8216-9b24e8e28507" providerId="ADAL" clId="{38B63EF4-3A5B-440F-A221-BB65635FC649}" dt="2026-10-20T01:27:03.928" v="671" actId="26606"/>
          <ac:spMkLst>
            <pc:docMk/>
            <pc:sldMk cId="3525367588" sldId="282"/>
            <ac:spMk id="6" creationId="{DAAE4CDD-124C-4DCF-9584-B6033B545DD5}"/>
          </ac:spMkLst>
        </pc:spChg>
        <pc:spChg chg="add del">
          <ac:chgData name="Alva, Yino" userId="38f0b612-f79a-4792-8216-9b24e8e28507" providerId="ADAL" clId="{38B63EF4-3A5B-440F-A221-BB65635FC649}" dt="2026-10-20T01:06:41.651" v="567"/>
          <ac:spMkLst>
            <pc:docMk/>
            <pc:sldMk cId="3525367588" sldId="282"/>
            <ac:spMk id="8" creationId="{777A147A-9ED8-46B4-8660-1B3C2AA880B5}"/>
          </ac:spMkLst>
        </pc:spChg>
        <pc:spChg chg="add del">
          <ac:chgData name="Alva, Yino" userId="38f0b612-f79a-4792-8216-9b24e8e28507" providerId="ADAL" clId="{38B63EF4-3A5B-440F-A221-BB65635FC649}" dt="2026-10-20T01:06:41.651" v="567"/>
          <ac:spMkLst>
            <pc:docMk/>
            <pc:sldMk cId="3525367588" sldId="282"/>
            <ac:spMk id="10" creationId="{5D6C15A0-C087-4593-8414-2B4EC1CDC3DE}"/>
          </ac:spMkLst>
        </pc:spChg>
        <pc:spChg chg="add">
          <ac:chgData name="Alva, Yino" userId="38f0b612-f79a-4792-8216-9b24e8e28507" providerId="ADAL" clId="{38B63EF4-3A5B-440F-A221-BB65635FC649}" dt="2026-10-20T01:27:03.928" v="671" actId="26606"/>
          <ac:spMkLst>
            <pc:docMk/>
            <pc:sldMk cId="3525367588" sldId="282"/>
            <ac:spMk id="12" creationId="{081E4A58-353D-44AE-B2FC-2A74E2E400F7}"/>
          </ac:spMkLst>
        </pc:spChg>
      </pc:sldChg>
      <pc:sldChg chg="addSp delSp modSp new mod setBg delDesignElem">
        <pc:chgData name="Alva, Yino" userId="38f0b612-f79a-4792-8216-9b24e8e28507" providerId="ADAL" clId="{38B63EF4-3A5B-440F-A221-BB65635FC649}" dt="2026-10-20T01:27:11.511" v="672" actId="26606"/>
        <pc:sldMkLst>
          <pc:docMk/>
          <pc:sldMk cId="1755995458" sldId="283"/>
        </pc:sldMkLst>
        <pc:spChg chg="mod">
          <ac:chgData name="Alva, Yino" userId="38f0b612-f79a-4792-8216-9b24e8e28507" providerId="ADAL" clId="{38B63EF4-3A5B-440F-A221-BB65635FC649}" dt="2026-10-20T01:27:11.511" v="672" actId="26606"/>
          <ac:spMkLst>
            <pc:docMk/>
            <pc:sldMk cId="1755995458" sldId="283"/>
            <ac:spMk id="2" creationId="{E446BD0B-918A-F2B7-9001-EF507F2B0EB5}"/>
          </ac:spMkLst>
        </pc:spChg>
        <pc:spChg chg="mod">
          <ac:chgData name="Alva, Yino" userId="38f0b612-f79a-4792-8216-9b24e8e28507" providerId="ADAL" clId="{38B63EF4-3A5B-440F-A221-BB65635FC649}" dt="2026-10-20T01:27:11.511" v="672" actId="26606"/>
          <ac:spMkLst>
            <pc:docMk/>
            <pc:sldMk cId="1755995458" sldId="283"/>
            <ac:spMk id="3" creationId="{5A36D6E2-E73C-FA72-B5B9-DCB9A473D2F3}"/>
          </ac:spMkLst>
        </pc:spChg>
        <pc:spChg chg="add">
          <ac:chgData name="Alva, Yino" userId="38f0b612-f79a-4792-8216-9b24e8e28507" providerId="ADAL" clId="{38B63EF4-3A5B-440F-A221-BB65635FC649}" dt="2026-10-20T01:27:11.511" v="672" actId="26606"/>
          <ac:spMkLst>
            <pc:docMk/>
            <pc:sldMk cId="1755995458" sldId="283"/>
            <ac:spMk id="9" creationId="{28D31E1B-0407-4223-9642-0B642CBF57D9}"/>
          </ac:spMkLst>
        </pc:spChg>
        <pc:spChg chg="add del">
          <ac:chgData name="Alva, Yino" userId="38f0b612-f79a-4792-8216-9b24e8e28507" providerId="ADAL" clId="{38B63EF4-3A5B-440F-A221-BB65635FC649}" dt="2026-10-20T01:06:41.651" v="567"/>
          <ac:spMkLst>
            <pc:docMk/>
            <pc:sldMk cId="1755995458" sldId="283"/>
            <ac:spMk id="10" creationId="{058A14AF-9FB5-4CC7-BA35-E8E85D3EDF0E}"/>
          </ac:spMkLst>
        </pc:spChg>
        <pc:spChg chg="add del">
          <ac:chgData name="Alva, Yino" userId="38f0b612-f79a-4792-8216-9b24e8e28507" providerId="ADAL" clId="{38B63EF4-3A5B-440F-A221-BB65635FC649}" dt="2026-10-20T01:06:41.651" v="567"/>
          <ac:spMkLst>
            <pc:docMk/>
            <pc:sldMk cId="1755995458" sldId="283"/>
            <ac:spMk id="12" creationId="{3A9A4357-BD1D-4622-A4FE-766E6AB8DE84}"/>
          </ac:spMkLst>
        </pc:spChg>
        <pc:spChg chg="add del">
          <ac:chgData name="Alva, Yino" userId="38f0b612-f79a-4792-8216-9b24e8e28507" providerId="ADAL" clId="{38B63EF4-3A5B-440F-A221-BB65635FC649}" dt="2026-10-20T01:06:41.651" v="567"/>
          <ac:spMkLst>
            <pc:docMk/>
            <pc:sldMk cId="1755995458" sldId="283"/>
            <ac:spMk id="14" creationId="{E659831F-0D9A-4C63-9EBB-8435B85A440F}"/>
          </ac:spMkLst>
        </pc:spChg>
        <pc:spChg chg="add del">
          <ac:chgData name="Alva, Yino" userId="38f0b612-f79a-4792-8216-9b24e8e28507" providerId="ADAL" clId="{38B63EF4-3A5B-440F-A221-BB65635FC649}" dt="2026-10-20T01:06:41.651" v="567"/>
          <ac:spMkLst>
            <pc:docMk/>
            <pc:sldMk cId="1755995458" sldId="283"/>
            <ac:spMk id="16" creationId="{E6995CE5-F890-4ABA-82A2-26507CE8D2A3}"/>
          </ac:spMkLst>
        </pc:spChg>
        <pc:spChg chg="add">
          <ac:chgData name="Alva, Yino" userId="38f0b612-f79a-4792-8216-9b24e8e28507" providerId="ADAL" clId="{38B63EF4-3A5B-440F-A221-BB65635FC649}" dt="2026-10-20T01:27:11.511" v="672" actId="26606"/>
          <ac:spMkLst>
            <pc:docMk/>
            <pc:sldMk cId="1755995458" sldId="283"/>
            <ac:spMk id="19" creationId="{D5B0017B-2ECA-49AF-B397-DC140825DF8D}"/>
          </ac:spMkLst>
        </pc:spChg>
        <pc:spChg chg="add">
          <ac:chgData name="Alva, Yino" userId="38f0b612-f79a-4792-8216-9b24e8e28507" providerId="ADAL" clId="{38B63EF4-3A5B-440F-A221-BB65635FC649}" dt="2026-10-20T01:27:11.511" v="672" actId="26606"/>
          <ac:spMkLst>
            <pc:docMk/>
            <pc:sldMk cId="1755995458" sldId="283"/>
            <ac:spMk id="21" creationId="{70E96339-907C-46C3-99AC-31179B6F0EBD}"/>
          </ac:spMkLst>
        </pc:spChg>
        <pc:grpChg chg="add">
          <ac:chgData name="Alva, Yino" userId="38f0b612-f79a-4792-8216-9b24e8e28507" providerId="ADAL" clId="{38B63EF4-3A5B-440F-A221-BB65635FC649}" dt="2026-10-20T01:27:11.511" v="672" actId="26606"/>
          <ac:grpSpMkLst>
            <pc:docMk/>
            <pc:sldMk cId="1755995458" sldId="283"/>
            <ac:grpSpMk id="11" creationId="{AE1C45F0-260A-458C-96ED-C1F6D2151219}"/>
          </ac:grpSpMkLst>
        </pc:grpChg>
        <pc:picChg chg="add mod">
          <ac:chgData name="Alva, Yino" userId="38f0b612-f79a-4792-8216-9b24e8e28507" providerId="ADAL" clId="{38B63EF4-3A5B-440F-A221-BB65635FC649}" dt="2026-10-20T01:27:11.511" v="672" actId="26606"/>
          <ac:picMkLst>
            <pc:docMk/>
            <pc:sldMk cId="1755995458" sldId="283"/>
            <ac:picMk id="7" creationId="{4D2B0369-768F-02FA-D727-E2C034257205}"/>
          </ac:picMkLst>
        </pc:picChg>
        <pc:cxnChg chg="add">
          <ac:chgData name="Alva, Yino" userId="38f0b612-f79a-4792-8216-9b24e8e28507" providerId="ADAL" clId="{38B63EF4-3A5B-440F-A221-BB65635FC649}" dt="2026-10-20T01:27:11.511" v="672" actId="26606"/>
          <ac:cxnSpMkLst>
            <pc:docMk/>
            <pc:sldMk cId="1755995458" sldId="283"/>
            <ac:cxnSpMk id="23" creationId="{6CF1BAF6-AD41-4082-B212-8A1F9A2E8779}"/>
          </ac:cxnSpMkLst>
        </pc:cxnChg>
      </pc:sldChg>
      <pc:sldChg chg="new del">
        <pc:chgData name="Alva, Yino" userId="38f0b612-f79a-4792-8216-9b24e8e28507" providerId="ADAL" clId="{38B63EF4-3A5B-440F-A221-BB65635FC649}" dt="2026-10-19T04:39:57.475" v="256" actId="47"/>
        <pc:sldMkLst>
          <pc:docMk/>
          <pc:sldMk cId="4273765594" sldId="283"/>
        </pc:sldMkLst>
      </pc:sldChg>
      <pc:sldChg chg="addSp delSp modSp new mod setBg delDesignElem">
        <pc:chgData name="Alva, Yino" userId="38f0b612-f79a-4792-8216-9b24e8e28507" providerId="ADAL" clId="{38B63EF4-3A5B-440F-A221-BB65635FC649}" dt="2026-10-20T01:27:19.989" v="674" actId="26606"/>
        <pc:sldMkLst>
          <pc:docMk/>
          <pc:sldMk cId="47308148" sldId="284"/>
        </pc:sldMkLst>
        <pc:spChg chg="del">
          <ac:chgData name="Alva, Yino" userId="38f0b612-f79a-4792-8216-9b24e8e28507" providerId="ADAL" clId="{38B63EF4-3A5B-440F-A221-BB65635FC649}" dt="2026-10-19T17:42:23.742" v="275" actId="478"/>
          <ac:spMkLst>
            <pc:docMk/>
            <pc:sldMk cId="47308148" sldId="284"/>
            <ac:spMk id="2" creationId="{AF3F8DB3-60D7-2F1D-0281-D194F6126974}"/>
          </ac:spMkLst>
        </pc:spChg>
        <pc:spChg chg="del mod">
          <ac:chgData name="Alva, Yino" userId="38f0b612-f79a-4792-8216-9b24e8e28507" providerId="ADAL" clId="{38B63EF4-3A5B-440F-A221-BB65635FC649}" dt="2026-10-19T17:42:20.699" v="274" actId="478"/>
          <ac:spMkLst>
            <pc:docMk/>
            <pc:sldMk cId="47308148" sldId="284"/>
            <ac:spMk id="3" creationId="{3F1E3036-796F-71DB-5D30-A6A57E194326}"/>
          </ac:spMkLst>
        </pc:spChg>
        <pc:spChg chg="add mod">
          <ac:chgData name="Alva, Yino" userId="38f0b612-f79a-4792-8216-9b24e8e28507" providerId="ADAL" clId="{38B63EF4-3A5B-440F-A221-BB65635FC649}" dt="2026-10-20T01:27:19.989" v="674" actId="26606"/>
          <ac:spMkLst>
            <pc:docMk/>
            <pc:sldMk cId="47308148" sldId="284"/>
            <ac:spMk id="5" creationId="{2631DB36-190C-6CC8-AD68-7D72D2E84613}"/>
          </ac:spMkLst>
        </pc:spChg>
        <pc:spChg chg="add del">
          <ac:chgData name="Alva, Yino" userId="38f0b612-f79a-4792-8216-9b24e8e28507" providerId="ADAL" clId="{38B63EF4-3A5B-440F-A221-BB65635FC649}" dt="2026-10-20T01:27:19.989" v="674" actId="26606"/>
          <ac:spMkLst>
            <pc:docMk/>
            <pc:sldMk cId="47308148" sldId="284"/>
            <ac:spMk id="8" creationId="{DBF61EA3-B236-439E-9C0B-340980D56BEE}"/>
          </ac:spMkLst>
        </pc:spChg>
        <pc:spChg chg="add del">
          <ac:chgData name="Alva, Yino" userId="38f0b612-f79a-4792-8216-9b24e8e28507" providerId="ADAL" clId="{38B63EF4-3A5B-440F-A221-BB65635FC649}" dt="2026-10-19T17:43:23.049" v="297" actId="26606"/>
          <ac:spMkLst>
            <pc:docMk/>
            <pc:sldMk cId="47308148" sldId="284"/>
            <ac:spMk id="10" creationId="{DBF61EA3-B236-439E-9C0B-340980D56BEE}"/>
          </ac:spMkLst>
        </pc:spChg>
        <pc:spChg chg="add del">
          <ac:chgData name="Alva, Yino" userId="38f0b612-f79a-4792-8216-9b24e8e28507" providerId="ADAL" clId="{38B63EF4-3A5B-440F-A221-BB65635FC649}" dt="2026-10-19T17:43:23.049" v="297" actId="26606"/>
          <ac:spMkLst>
            <pc:docMk/>
            <pc:sldMk cId="47308148" sldId="284"/>
            <ac:spMk id="11" creationId="{E659831F-0D9A-4C63-9EBB-8435B85A440F}"/>
          </ac:spMkLst>
        </pc:spChg>
        <pc:spChg chg="add del">
          <ac:chgData name="Alva, Yino" userId="38f0b612-f79a-4792-8216-9b24e8e28507" providerId="ADAL" clId="{38B63EF4-3A5B-440F-A221-BB65635FC649}" dt="2026-10-19T17:43:14.356" v="292" actId="26606"/>
          <ac:spMkLst>
            <pc:docMk/>
            <pc:sldMk cId="47308148" sldId="284"/>
            <ac:spMk id="12" creationId="{058A14AF-9FB5-4CC7-BA35-E8E85D3EDF0E}"/>
          </ac:spMkLst>
        </pc:spChg>
        <pc:spChg chg="add del">
          <ac:chgData name="Alva, Yino" userId="38f0b612-f79a-4792-8216-9b24e8e28507" providerId="ADAL" clId="{38B63EF4-3A5B-440F-A221-BB65635FC649}" dt="2026-10-19T17:43:14.356" v="292" actId="26606"/>
          <ac:spMkLst>
            <pc:docMk/>
            <pc:sldMk cId="47308148" sldId="284"/>
            <ac:spMk id="14" creationId="{3A9A4357-BD1D-4622-A4FE-766E6AB8DE84}"/>
          </ac:spMkLst>
        </pc:spChg>
        <pc:spChg chg="add del">
          <ac:chgData name="Alva, Yino" userId="38f0b612-f79a-4792-8216-9b24e8e28507" providerId="ADAL" clId="{38B63EF4-3A5B-440F-A221-BB65635FC649}" dt="2026-10-20T01:06:41.651" v="567"/>
          <ac:spMkLst>
            <pc:docMk/>
            <pc:sldMk cId="47308148" sldId="284"/>
            <ac:spMk id="15" creationId="{8B9AA7C6-5E5A-498E-A6DF-A943376E09BC}"/>
          </ac:spMkLst>
        </pc:spChg>
        <pc:spChg chg="add del">
          <ac:chgData name="Alva, Yino" userId="38f0b612-f79a-4792-8216-9b24e8e28507" providerId="ADAL" clId="{38B63EF4-3A5B-440F-A221-BB65635FC649}" dt="2026-10-19T17:43:14.356" v="292" actId="26606"/>
          <ac:spMkLst>
            <pc:docMk/>
            <pc:sldMk cId="47308148" sldId="284"/>
            <ac:spMk id="16" creationId="{E659831F-0D9A-4C63-9EBB-8435B85A440F}"/>
          </ac:spMkLst>
        </pc:spChg>
        <pc:spChg chg="add del">
          <ac:chgData name="Alva, Yino" userId="38f0b612-f79a-4792-8216-9b24e8e28507" providerId="ADAL" clId="{38B63EF4-3A5B-440F-A221-BB65635FC649}" dt="2026-10-19T17:43:14.356" v="292" actId="26606"/>
          <ac:spMkLst>
            <pc:docMk/>
            <pc:sldMk cId="47308148" sldId="284"/>
            <ac:spMk id="18" creationId="{E6995CE5-F890-4ABA-82A2-26507CE8D2A3}"/>
          </ac:spMkLst>
        </pc:spChg>
        <pc:spChg chg="add del">
          <ac:chgData name="Alva, Yino" userId="38f0b612-f79a-4792-8216-9b24e8e28507" providerId="ADAL" clId="{38B63EF4-3A5B-440F-A221-BB65635FC649}" dt="2026-10-19T17:43:17.315" v="294" actId="26606"/>
          <ac:spMkLst>
            <pc:docMk/>
            <pc:sldMk cId="47308148" sldId="284"/>
            <ac:spMk id="20" creationId="{058A14AF-9FB5-4CC7-BA35-E8E85D3EDF0E}"/>
          </ac:spMkLst>
        </pc:spChg>
        <pc:spChg chg="add del">
          <ac:chgData name="Alva, Yino" userId="38f0b612-f79a-4792-8216-9b24e8e28507" providerId="ADAL" clId="{38B63EF4-3A5B-440F-A221-BB65635FC649}" dt="2026-10-19T17:43:17.315" v="294" actId="26606"/>
          <ac:spMkLst>
            <pc:docMk/>
            <pc:sldMk cId="47308148" sldId="284"/>
            <ac:spMk id="21" creationId="{3A9A4357-BD1D-4622-A4FE-766E6AB8DE84}"/>
          </ac:spMkLst>
        </pc:spChg>
        <pc:spChg chg="add del">
          <ac:chgData name="Alva, Yino" userId="38f0b612-f79a-4792-8216-9b24e8e28507" providerId="ADAL" clId="{38B63EF4-3A5B-440F-A221-BB65635FC649}" dt="2026-10-19T17:43:17.315" v="294" actId="26606"/>
          <ac:spMkLst>
            <pc:docMk/>
            <pc:sldMk cId="47308148" sldId="284"/>
            <ac:spMk id="22" creationId="{E659831F-0D9A-4C63-9EBB-8435B85A440F}"/>
          </ac:spMkLst>
        </pc:spChg>
        <pc:spChg chg="add del">
          <ac:chgData name="Alva, Yino" userId="38f0b612-f79a-4792-8216-9b24e8e28507" providerId="ADAL" clId="{38B63EF4-3A5B-440F-A221-BB65635FC649}" dt="2026-10-19T17:43:17.315" v="294" actId="26606"/>
          <ac:spMkLst>
            <pc:docMk/>
            <pc:sldMk cId="47308148" sldId="284"/>
            <ac:spMk id="24" creationId="{E6995CE5-F890-4ABA-82A2-26507CE8D2A3}"/>
          </ac:spMkLst>
        </pc:spChg>
        <pc:spChg chg="add del">
          <ac:chgData name="Alva, Yino" userId="38f0b612-f79a-4792-8216-9b24e8e28507" providerId="ADAL" clId="{38B63EF4-3A5B-440F-A221-BB65635FC649}" dt="2026-10-20T01:06:41.651" v="567"/>
          <ac:spMkLst>
            <pc:docMk/>
            <pc:sldMk cId="47308148" sldId="284"/>
            <ac:spMk id="26" creationId="{81E140AE-0ABF-47C8-BF32-7D2F0CF2BA44}"/>
          </ac:spMkLst>
        </pc:spChg>
        <pc:spChg chg="add del">
          <ac:chgData name="Alva, Yino" userId="38f0b612-f79a-4792-8216-9b24e8e28507" providerId="ADAL" clId="{38B63EF4-3A5B-440F-A221-BB65635FC649}" dt="2026-10-20T01:06:41.651" v="567"/>
          <ac:spMkLst>
            <pc:docMk/>
            <pc:sldMk cId="47308148" sldId="284"/>
            <ac:spMk id="27" creationId="{CBC4F608-B4B8-48C3-9572-C0F061B1CD99}"/>
          </ac:spMkLst>
        </pc:spChg>
        <pc:spChg chg="add del">
          <ac:chgData name="Alva, Yino" userId="38f0b612-f79a-4792-8216-9b24e8e28507" providerId="ADAL" clId="{38B63EF4-3A5B-440F-A221-BB65635FC649}" dt="2026-10-20T01:27:19.989" v="674" actId="26606"/>
          <ac:spMkLst>
            <pc:docMk/>
            <pc:sldMk cId="47308148" sldId="284"/>
            <ac:spMk id="28" creationId="{E659831F-0D9A-4C63-9EBB-8435B85A440F}"/>
          </ac:spMkLst>
        </pc:spChg>
        <pc:grpChg chg="add del">
          <ac:chgData name="Alva, Yino" userId="38f0b612-f79a-4792-8216-9b24e8e28507" providerId="ADAL" clId="{38B63EF4-3A5B-440F-A221-BB65635FC649}" dt="2026-10-19T17:43:23.049" v="297" actId="26606"/>
          <ac:grpSpMkLst>
            <pc:docMk/>
            <pc:sldMk cId="47308148" sldId="284"/>
            <ac:grpSpMk id="7" creationId="{28FAF094-D087-493F-8DF9-A486C2D6BBAA}"/>
          </ac:grpSpMkLst>
        </pc:grpChg>
        <pc:grpChg chg="add del">
          <ac:chgData name="Alva, Yino" userId="38f0b612-f79a-4792-8216-9b24e8e28507" providerId="ADAL" clId="{38B63EF4-3A5B-440F-A221-BB65635FC649}" dt="2026-10-20T01:06:41.651" v="567"/>
          <ac:grpSpMkLst>
            <pc:docMk/>
            <pc:sldMk cId="47308148" sldId="284"/>
            <ac:grpSpMk id="17" creationId="{83EAB11A-76F7-48F4-9B4F-5BFDF4BF9670}"/>
          </ac:grpSpMkLst>
        </pc:grpChg>
        <pc:grpChg chg="add del">
          <ac:chgData name="Alva, Yino" userId="38f0b612-f79a-4792-8216-9b24e8e28507" providerId="ADAL" clId="{38B63EF4-3A5B-440F-A221-BB65635FC649}" dt="2026-10-20T01:27:19.989" v="674" actId="26606"/>
          <ac:grpSpMkLst>
            <pc:docMk/>
            <pc:sldMk cId="47308148" sldId="284"/>
            <ac:grpSpMk id="19" creationId="{28FAF094-D087-493F-8DF9-A486C2D6BBAA}"/>
          </ac:grpSpMkLst>
        </pc:grpChg>
        <pc:picChg chg="add del">
          <ac:chgData name="Alva, Yino" userId="38f0b612-f79a-4792-8216-9b24e8e28507" providerId="ADAL" clId="{38B63EF4-3A5B-440F-A221-BB65635FC649}" dt="2026-10-19T17:43:14.356" v="292" actId="26606"/>
          <ac:picMkLst>
            <pc:docMk/>
            <pc:sldMk cId="47308148" sldId="284"/>
            <ac:picMk id="9" creationId="{90A60151-5C1F-FBCD-8D5A-76F4064FEE5A}"/>
          </ac:picMkLst>
        </pc:picChg>
        <pc:picChg chg="add del">
          <ac:chgData name="Alva, Yino" userId="38f0b612-f79a-4792-8216-9b24e8e28507" providerId="ADAL" clId="{38B63EF4-3A5B-440F-A221-BB65635FC649}" dt="2026-10-19T17:43:17.315" v="294" actId="26606"/>
          <ac:picMkLst>
            <pc:docMk/>
            <pc:sldMk cId="47308148" sldId="284"/>
            <ac:picMk id="23" creationId="{57736EFF-D564-4E71-C520-2333E31EFF8C}"/>
          </ac:picMkLst>
        </pc:picChg>
      </pc:sldChg>
      <pc:sldChg chg="addSp delSp modSp new mod setBg delDesignElem">
        <pc:chgData name="Alva, Yino" userId="38f0b612-f79a-4792-8216-9b24e8e28507" providerId="ADAL" clId="{38B63EF4-3A5B-440F-A221-BB65635FC649}" dt="2026-10-20T01:27:43.962" v="675" actId="26606"/>
        <pc:sldMkLst>
          <pc:docMk/>
          <pc:sldMk cId="3868405714" sldId="285"/>
        </pc:sldMkLst>
        <pc:spChg chg="mod">
          <ac:chgData name="Alva, Yino" userId="38f0b612-f79a-4792-8216-9b24e8e28507" providerId="ADAL" clId="{38B63EF4-3A5B-440F-A221-BB65635FC649}" dt="2026-10-20T01:27:43.962" v="675" actId="26606"/>
          <ac:spMkLst>
            <pc:docMk/>
            <pc:sldMk cId="3868405714" sldId="285"/>
            <ac:spMk id="2" creationId="{32D046C9-9200-9C70-E02D-BAC2D78035F8}"/>
          </ac:spMkLst>
        </pc:spChg>
        <pc:spChg chg="mod">
          <ac:chgData name="Alva, Yino" userId="38f0b612-f79a-4792-8216-9b24e8e28507" providerId="ADAL" clId="{38B63EF4-3A5B-440F-A221-BB65635FC649}" dt="2026-10-20T01:27:43.962" v="675" actId="26606"/>
          <ac:spMkLst>
            <pc:docMk/>
            <pc:sldMk cId="3868405714" sldId="285"/>
            <ac:spMk id="3" creationId="{FF3B6D9D-F700-B528-3A41-083214B0F0A1}"/>
          </ac:spMkLst>
        </pc:spChg>
        <pc:spChg chg="add">
          <ac:chgData name="Alva, Yino" userId="38f0b612-f79a-4792-8216-9b24e8e28507" providerId="ADAL" clId="{38B63EF4-3A5B-440F-A221-BB65635FC649}" dt="2026-10-20T01:27:43.962" v="675" actId="26606"/>
          <ac:spMkLst>
            <pc:docMk/>
            <pc:sldMk cId="3868405714" sldId="285"/>
            <ac:spMk id="5" creationId="{B6CDA21F-E7AF-4C75-8395-33F58D5B0E45}"/>
          </ac:spMkLst>
        </pc:spChg>
        <pc:spChg chg="add del">
          <ac:chgData name="Alva, Yino" userId="38f0b612-f79a-4792-8216-9b24e8e28507" providerId="ADAL" clId="{38B63EF4-3A5B-440F-A221-BB65635FC649}" dt="2026-10-20T01:06:41.651" v="567"/>
          <ac:spMkLst>
            <pc:docMk/>
            <pc:sldMk cId="3868405714" sldId="285"/>
            <ac:spMk id="8" creationId="{907EF6B7-1338-4443-8C46-6A318D952DFD}"/>
          </ac:spMkLst>
        </pc:spChg>
        <pc:spChg chg="add del">
          <ac:chgData name="Alva, Yino" userId="38f0b612-f79a-4792-8216-9b24e8e28507" providerId="ADAL" clId="{38B63EF4-3A5B-440F-A221-BB65635FC649}" dt="2026-10-20T01:06:41.651" v="567"/>
          <ac:spMkLst>
            <pc:docMk/>
            <pc:sldMk cId="3868405714" sldId="285"/>
            <ac:spMk id="10" creationId="{DAAE4CDD-124C-4DCF-9584-B6033B545DD5}"/>
          </ac:spMkLst>
        </pc:spChg>
        <pc:spChg chg="add del">
          <ac:chgData name="Alva, Yino" userId="38f0b612-f79a-4792-8216-9b24e8e28507" providerId="ADAL" clId="{38B63EF4-3A5B-440F-A221-BB65635FC649}" dt="2026-10-20T01:06:41.651" v="567"/>
          <ac:spMkLst>
            <pc:docMk/>
            <pc:sldMk cId="3868405714" sldId="285"/>
            <ac:spMk id="12" creationId="{081E4A58-353D-44AE-B2FC-2A74E2E400F7}"/>
          </ac:spMkLst>
        </pc:spChg>
        <pc:spChg chg="add">
          <ac:chgData name="Alva, Yino" userId="38f0b612-f79a-4792-8216-9b24e8e28507" providerId="ADAL" clId="{38B63EF4-3A5B-440F-A221-BB65635FC649}" dt="2026-10-20T01:27:43.962" v="675" actId="26606"/>
          <ac:spMkLst>
            <pc:docMk/>
            <pc:sldMk cId="3868405714" sldId="285"/>
            <ac:spMk id="15" creationId="{D5B0017B-2ECA-49AF-B397-DC140825DF8D}"/>
          </ac:spMkLst>
        </pc:spChg>
        <pc:grpChg chg="add">
          <ac:chgData name="Alva, Yino" userId="38f0b612-f79a-4792-8216-9b24e8e28507" providerId="ADAL" clId="{38B63EF4-3A5B-440F-A221-BB65635FC649}" dt="2026-10-20T01:27:43.962" v="675" actId="26606"/>
          <ac:grpSpMkLst>
            <pc:docMk/>
            <pc:sldMk cId="3868405714" sldId="285"/>
            <ac:grpSpMk id="6" creationId="{AE1C45F0-260A-458C-96ED-C1F6D2151219}"/>
          </ac:grpSpMkLst>
        </pc:grpChg>
        <pc:cxnChg chg="add">
          <ac:chgData name="Alva, Yino" userId="38f0b612-f79a-4792-8216-9b24e8e28507" providerId="ADAL" clId="{38B63EF4-3A5B-440F-A221-BB65635FC649}" dt="2026-10-20T01:27:43.962" v="675" actId="26606"/>
          <ac:cxnSpMkLst>
            <pc:docMk/>
            <pc:sldMk cId="3868405714" sldId="285"/>
            <ac:cxnSpMk id="17" creationId="{6CF1BAF6-AD41-4082-B212-8A1F9A2E8779}"/>
          </ac:cxnSpMkLst>
        </pc:cxnChg>
      </pc:sldChg>
      <pc:sldChg chg="addSp delSp modSp new mod setBg delDesignElem">
        <pc:chgData name="Alva, Yino" userId="38f0b612-f79a-4792-8216-9b24e8e28507" providerId="ADAL" clId="{38B63EF4-3A5B-440F-A221-BB65635FC649}" dt="2026-10-20T01:27:51.620" v="676" actId="26606"/>
        <pc:sldMkLst>
          <pc:docMk/>
          <pc:sldMk cId="1410676320" sldId="286"/>
        </pc:sldMkLst>
        <pc:spChg chg="del">
          <ac:chgData name="Alva, Yino" userId="38f0b612-f79a-4792-8216-9b24e8e28507" providerId="ADAL" clId="{38B63EF4-3A5B-440F-A221-BB65635FC649}" dt="2026-10-19T17:53:08.736" v="329" actId="478"/>
          <ac:spMkLst>
            <pc:docMk/>
            <pc:sldMk cId="1410676320" sldId="286"/>
            <ac:spMk id="2" creationId="{A57FEAE5-68BD-C2CB-BDB7-28C06014205D}"/>
          </ac:spMkLst>
        </pc:spChg>
        <pc:spChg chg="mod">
          <ac:chgData name="Alva, Yino" userId="38f0b612-f79a-4792-8216-9b24e8e28507" providerId="ADAL" clId="{38B63EF4-3A5B-440F-A221-BB65635FC649}" dt="2026-10-20T01:27:51.620" v="676" actId="26606"/>
          <ac:spMkLst>
            <pc:docMk/>
            <pc:sldMk cId="1410676320" sldId="286"/>
            <ac:spMk id="3" creationId="{7779DEA2-1F75-6CEE-69D8-4D6EF877334F}"/>
          </ac:spMkLst>
        </pc:spChg>
        <pc:spChg chg="add">
          <ac:chgData name="Alva, Yino" userId="38f0b612-f79a-4792-8216-9b24e8e28507" providerId="ADAL" clId="{38B63EF4-3A5B-440F-A221-BB65635FC649}" dt="2026-10-20T01:27:51.620" v="676" actId="26606"/>
          <ac:spMkLst>
            <pc:docMk/>
            <pc:sldMk cId="1410676320" sldId="286"/>
            <ac:spMk id="5" creationId="{B6CDA21F-E7AF-4C75-8395-33F58D5B0E45}"/>
          </ac:spMkLst>
        </pc:spChg>
        <pc:spChg chg="add del">
          <ac:chgData name="Alva, Yino" userId="38f0b612-f79a-4792-8216-9b24e8e28507" providerId="ADAL" clId="{38B63EF4-3A5B-440F-A221-BB65635FC649}" dt="2026-10-20T01:06:41.651" v="567"/>
          <ac:spMkLst>
            <pc:docMk/>
            <pc:sldMk cId="1410676320" sldId="286"/>
            <ac:spMk id="8" creationId="{907EF6B7-1338-4443-8C46-6A318D952DFD}"/>
          </ac:spMkLst>
        </pc:spChg>
        <pc:spChg chg="add del">
          <ac:chgData name="Alva, Yino" userId="38f0b612-f79a-4792-8216-9b24e8e28507" providerId="ADAL" clId="{38B63EF4-3A5B-440F-A221-BB65635FC649}" dt="2026-10-20T01:06:41.651" v="567"/>
          <ac:spMkLst>
            <pc:docMk/>
            <pc:sldMk cId="1410676320" sldId="286"/>
            <ac:spMk id="10" creationId="{DAAE4CDD-124C-4DCF-9584-B6033B545DD5}"/>
          </ac:spMkLst>
        </pc:spChg>
        <pc:spChg chg="add del">
          <ac:chgData name="Alva, Yino" userId="38f0b612-f79a-4792-8216-9b24e8e28507" providerId="ADAL" clId="{38B63EF4-3A5B-440F-A221-BB65635FC649}" dt="2026-10-20T01:06:41.651" v="567"/>
          <ac:spMkLst>
            <pc:docMk/>
            <pc:sldMk cId="1410676320" sldId="286"/>
            <ac:spMk id="12" creationId="{081E4A58-353D-44AE-B2FC-2A74E2E400F7}"/>
          </ac:spMkLst>
        </pc:spChg>
        <pc:spChg chg="add">
          <ac:chgData name="Alva, Yino" userId="38f0b612-f79a-4792-8216-9b24e8e28507" providerId="ADAL" clId="{38B63EF4-3A5B-440F-A221-BB65635FC649}" dt="2026-10-20T01:27:51.620" v="676" actId="26606"/>
          <ac:spMkLst>
            <pc:docMk/>
            <pc:sldMk cId="1410676320" sldId="286"/>
            <ac:spMk id="15" creationId="{D5B0017B-2ECA-49AF-B397-DC140825DF8D}"/>
          </ac:spMkLst>
        </pc:spChg>
        <pc:grpChg chg="add">
          <ac:chgData name="Alva, Yino" userId="38f0b612-f79a-4792-8216-9b24e8e28507" providerId="ADAL" clId="{38B63EF4-3A5B-440F-A221-BB65635FC649}" dt="2026-10-20T01:27:51.620" v="676" actId="26606"/>
          <ac:grpSpMkLst>
            <pc:docMk/>
            <pc:sldMk cId="1410676320" sldId="286"/>
            <ac:grpSpMk id="6" creationId="{AE1C45F0-260A-458C-96ED-C1F6D2151219}"/>
          </ac:grpSpMkLst>
        </pc:grpChg>
        <pc:cxnChg chg="add">
          <ac:chgData name="Alva, Yino" userId="38f0b612-f79a-4792-8216-9b24e8e28507" providerId="ADAL" clId="{38B63EF4-3A5B-440F-A221-BB65635FC649}" dt="2026-10-20T01:27:51.620" v="676" actId="26606"/>
          <ac:cxnSpMkLst>
            <pc:docMk/>
            <pc:sldMk cId="1410676320" sldId="286"/>
            <ac:cxnSpMk id="17" creationId="{6CF1BAF6-AD41-4082-B212-8A1F9A2E8779}"/>
          </ac:cxnSpMkLst>
        </pc:cxnChg>
      </pc:sldChg>
      <pc:sldChg chg="addSp delSp modSp add mod setBg delDesignElem">
        <pc:chgData name="Alva, Yino" userId="38f0b612-f79a-4792-8216-9b24e8e28507" providerId="ADAL" clId="{38B63EF4-3A5B-440F-A221-BB65635FC649}" dt="2026-10-20T01:27:57.630" v="679" actId="26606"/>
        <pc:sldMkLst>
          <pc:docMk/>
          <pc:sldMk cId="4155456704" sldId="287"/>
        </pc:sldMkLst>
        <pc:spChg chg="mod">
          <ac:chgData name="Alva, Yino" userId="38f0b612-f79a-4792-8216-9b24e8e28507" providerId="ADAL" clId="{38B63EF4-3A5B-440F-A221-BB65635FC649}" dt="2026-10-20T01:27:57.630" v="679" actId="26606"/>
          <ac:spMkLst>
            <pc:docMk/>
            <pc:sldMk cId="4155456704" sldId="287"/>
            <ac:spMk id="3" creationId="{801209D4-C864-1470-6334-B4AD07479836}"/>
          </ac:spMkLst>
        </pc:spChg>
        <pc:spChg chg="add del">
          <ac:chgData name="Alva, Yino" userId="38f0b612-f79a-4792-8216-9b24e8e28507" providerId="ADAL" clId="{38B63EF4-3A5B-440F-A221-BB65635FC649}" dt="2026-10-20T01:27:57.629" v="678" actId="26606"/>
          <ac:spMkLst>
            <pc:docMk/>
            <pc:sldMk cId="4155456704" sldId="287"/>
            <ac:spMk id="5" creationId="{B6CDA21F-E7AF-4C75-8395-33F58D5B0E45}"/>
          </ac:spMkLst>
        </pc:spChg>
        <pc:spChg chg="add del">
          <ac:chgData name="Alva, Yino" userId="38f0b612-f79a-4792-8216-9b24e8e28507" providerId="ADAL" clId="{38B63EF4-3A5B-440F-A221-BB65635FC649}" dt="2026-10-20T01:06:41.651" v="567"/>
          <ac:spMkLst>
            <pc:docMk/>
            <pc:sldMk cId="4155456704" sldId="287"/>
            <ac:spMk id="8" creationId="{907EF6B7-1338-4443-8C46-6A318D952DFD}"/>
          </ac:spMkLst>
        </pc:spChg>
        <pc:spChg chg="add del">
          <ac:chgData name="Alva, Yino" userId="38f0b612-f79a-4792-8216-9b24e8e28507" providerId="ADAL" clId="{38B63EF4-3A5B-440F-A221-BB65635FC649}" dt="2026-10-20T01:06:41.651" v="567"/>
          <ac:spMkLst>
            <pc:docMk/>
            <pc:sldMk cId="4155456704" sldId="287"/>
            <ac:spMk id="10" creationId="{DAAE4CDD-124C-4DCF-9584-B6033B545DD5}"/>
          </ac:spMkLst>
        </pc:spChg>
        <pc:spChg chg="add del">
          <ac:chgData name="Alva, Yino" userId="38f0b612-f79a-4792-8216-9b24e8e28507" providerId="ADAL" clId="{38B63EF4-3A5B-440F-A221-BB65635FC649}" dt="2026-10-20T01:06:41.651" v="567"/>
          <ac:spMkLst>
            <pc:docMk/>
            <pc:sldMk cId="4155456704" sldId="287"/>
            <ac:spMk id="12" creationId="{081E4A58-353D-44AE-B2FC-2A74E2E400F7}"/>
          </ac:spMkLst>
        </pc:spChg>
        <pc:spChg chg="add">
          <ac:chgData name="Alva, Yino" userId="38f0b612-f79a-4792-8216-9b24e8e28507" providerId="ADAL" clId="{38B63EF4-3A5B-440F-A221-BB65635FC649}" dt="2026-10-20T01:27:57.630" v="679" actId="26606"/>
          <ac:spMkLst>
            <pc:docMk/>
            <pc:sldMk cId="4155456704" sldId="287"/>
            <ac:spMk id="14" creationId="{E659831F-0D9A-4C63-9EBB-8435B85A440F}"/>
          </ac:spMkLst>
        </pc:spChg>
        <pc:spChg chg="add del">
          <ac:chgData name="Alva, Yino" userId="38f0b612-f79a-4792-8216-9b24e8e28507" providerId="ADAL" clId="{38B63EF4-3A5B-440F-A221-BB65635FC649}" dt="2026-10-20T01:27:57.629" v="678" actId="26606"/>
          <ac:spMkLst>
            <pc:docMk/>
            <pc:sldMk cId="4155456704" sldId="287"/>
            <ac:spMk id="15" creationId="{D5B0017B-2ECA-49AF-B397-DC140825DF8D}"/>
          </ac:spMkLst>
        </pc:spChg>
        <pc:spChg chg="add">
          <ac:chgData name="Alva, Yino" userId="38f0b612-f79a-4792-8216-9b24e8e28507" providerId="ADAL" clId="{38B63EF4-3A5B-440F-A221-BB65635FC649}" dt="2026-10-20T01:27:57.630" v="679" actId="26606"/>
          <ac:spMkLst>
            <pc:docMk/>
            <pc:sldMk cId="4155456704" sldId="287"/>
            <ac:spMk id="19" creationId="{DBF61EA3-B236-439E-9C0B-340980D56BEE}"/>
          </ac:spMkLst>
        </pc:spChg>
        <pc:grpChg chg="add del">
          <ac:chgData name="Alva, Yino" userId="38f0b612-f79a-4792-8216-9b24e8e28507" providerId="ADAL" clId="{38B63EF4-3A5B-440F-A221-BB65635FC649}" dt="2026-10-20T01:27:57.629" v="678" actId="26606"/>
          <ac:grpSpMkLst>
            <pc:docMk/>
            <pc:sldMk cId="4155456704" sldId="287"/>
            <ac:grpSpMk id="6" creationId="{AE1C45F0-260A-458C-96ED-C1F6D2151219}"/>
          </ac:grpSpMkLst>
        </pc:grpChg>
        <pc:grpChg chg="add">
          <ac:chgData name="Alva, Yino" userId="38f0b612-f79a-4792-8216-9b24e8e28507" providerId="ADAL" clId="{38B63EF4-3A5B-440F-A221-BB65635FC649}" dt="2026-10-20T01:27:57.630" v="679" actId="26606"/>
          <ac:grpSpMkLst>
            <pc:docMk/>
            <pc:sldMk cId="4155456704" sldId="287"/>
            <ac:grpSpMk id="20" creationId="{28FAF094-D087-493F-8DF9-A486C2D6BBAA}"/>
          </ac:grpSpMkLst>
        </pc:grpChg>
        <pc:cxnChg chg="add del">
          <ac:chgData name="Alva, Yino" userId="38f0b612-f79a-4792-8216-9b24e8e28507" providerId="ADAL" clId="{38B63EF4-3A5B-440F-A221-BB65635FC649}" dt="2026-10-20T01:27:57.629" v="678" actId="26606"/>
          <ac:cxnSpMkLst>
            <pc:docMk/>
            <pc:sldMk cId="4155456704" sldId="287"/>
            <ac:cxnSpMk id="17" creationId="{6CF1BAF6-AD41-4082-B212-8A1F9A2E8779}"/>
          </ac:cxnSpMkLst>
        </pc:cxnChg>
      </pc:sldChg>
      <pc:sldChg chg="addSp delSp modSp new mod setBg delDesignElem">
        <pc:chgData name="Alva, Yino" userId="38f0b612-f79a-4792-8216-9b24e8e28507" providerId="ADAL" clId="{38B63EF4-3A5B-440F-A221-BB65635FC649}" dt="2026-10-20T02:10:41.995" v="956" actId="20577"/>
        <pc:sldMkLst>
          <pc:docMk/>
          <pc:sldMk cId="333837281" sldId="288"/>
        </pc:sldMkLst>
        <pc:spChg chg="mod">
          <ac:chgData name="Alva, Yino" userId="38f0b612-f79a-4792-8216-9b24e8e28507" providerId="ADAL" clId="{38B63EF4-3A5B-440F-A221-BB65635FC649}" dt="2026-10-20T01:38:35.421" v="720" actId="14100"/>
          <ac:spMkLst>
            <pc:docMk/>
            <pc:sldMk cId="333837281" sldId="288"/>
            <ac:spMk id="2" creationId="{985A095F-8399-5347-F8DB-72F6842DDD9B}"/>
          </ac:spMkLst>
        </pc:spChg>
        <pc:spChg chg="mod ord">
          <ac:chgData name="Alva, Yino" userId="38f0b612-f79a-4792-8216-9b24e8e28507" providerId="ADAL" clId="{38B63EF4-3A5B-440F-A221-BB65635FC649}" dt="2026-10-20T02:10:41.995" v="956" actId="20577"/>
          <ac:spMkLst>
            <pc:docMk/>
            <pc:sldMk cId="333837281" sldId="288"/>
            <ac:spMk id="3" creationId="{A9063EF8-0F8F-8940-FAED-02C25716AEEE}"/>
          </ac:spMkLst>
        </pc:spChg>
        <pc:spChg chg="add del">
          <ac:chgData name="Alva, Yino" userId="38f0b612-f79a-4792-8216-9b24e8e28507" providerId="ADAL" clId="{38B63EF4-3A5B-440F-A221-BB65635FC649}" dt="2026-10-20T01:28:03.774" v="681" actId="26606"/>
          <ac:spMkLst>
            <pc:docMk/>
            <pc:sldMk cId="333837281" sldId="288"/>
            <ac:spMk id="9" creationId="{A9E881A4-A468-403A-9941-F8FFD5C68144}"/>
          </ac:spMkLst>
        </pc:spChg>
        <pc:spChg chg="add del">
          <ac:chgData name="Alva, Yino" userId="38f0b612-f79a-4792-8216-9b24e8e28507" providerId="ADAL" clId="{38B63EF4-3A5B-440F-A221-BB65635FC649}" dt="2026-10-20T01:06:41.651" v="567"/>
          <ac:spMkLst>
            <pc:docMk/>
            <pc:sldMk cId="333837281" sldId="288"/>
            <ac:spMk id="10" creationId="{245A9F99-D9B1-4094-A2E2-B90AC1DB7B9C}"/>
          </ac:spMkLst>
        </pc:spChg>
        <pc:spChg chg="add del">
          <ac:chgData name="Alva, Yino" userId="38f0b612-f79a-4792-8216-9b24e8e28507" providerId="ADAL" clId="{38B63EF4-3A5B-440F-A221-BB65635FC649}" dt="2026-10-20T01:28:03.774" v="681" actId="26606"/>
          <ac:spMkLst>
            <pc:docMk/>
            <pc:sldMk cId="333837281" sldId="288"/>
            <ac:spMk id="11" creationId="{6F168544-607B-491A-8601-3087D0FCE1DD}"/>
          </ac:spMkLst>
        </pc:spChg>
        <pc:spChg chg="add del">
          <ac:chgData name="Alva, Yino" userId="38f0b612-f79a-4792-8216-9b24e8e28507" providerId="ADAL" clId="{38B63EF4-3A5B-440F-A221-BB65635FC649}" dt="2026-10-20T01:06:41.651" v="567"/>
          <ac:spMkLst>
            <pc:docMk/>
            <pc:sldMk cId="333837281" sldId="288"/>
            <ac:spMk id="12" creationId="{B7FAF607-473A-4A43-A23D-BBFF5C4117BB}"/>
          </ac:spMkLst>
        </pc:spChg>
        <pc:spChg chg="add del">
          <ac:chgData name="Alva, Yino" userId="38f0b612-f79a-4792-8216-9b24e8e28507" providerId="ADAL" clId="{38B63EF4-3A5B-440F-A221-BB65635FC649}" dt="2026-10-20T01:37:22.557" v="708" actId="26606"/>
          <ac:spMkLst>
            <pc:docMk/>
            <pc:sldMk cId="333837281" sldId="288"/>
            <ac:spMk id="13" creationId="{D4C74C1C-EF2E-40CF-A712-656E694E6724}"/>
          </ac:spMkLst>
        </pc:spChg>
        <pc:spChg chg="add del">
          <ac:chgData name="Alva, Yino" userId="38f0b612-f79a-4792-8216-9b24e8e28507" providerId="ADAL" clId="{38B63EF4-3A5B-440F-A221-BB65635FC649}" dt="2026-10-20T01:37:22.557" v="708" actId="26606"/>
          <ac:spMkLst>
            <pc:docMk/>
            <pc:sldMk cId="333837281" sldId="288"/>
            <ac:spMk id="15" creationId="{90464369-70FA-42AF-948F-80664CA7BFE5}"/>
          </ac:spMkLst>
        </pc:spChg>
        <pc:spChg chg="add del">
          <ac:chgData name="Alva, Yino" userId="38f0b612-f79a-4792-8216-9b24e8e28507" providerId="ADAL" clId="{38B63EF4-3A5B-440F-A221-BB65635FC649}" dt="2026-10-20T01:37:22.557" v="708" actId="26606"/>
          <ac:spMkLst>
            <pc:docMk/>
            <pc:sldMk cId="333837281" sldId="288"/>
            <ac:spMk id="16" creationId="{A648176E-454C-437C-B0FC-9B82FCF32B24}"/>
          </ac:spMkLst>
        </pc:spChg>
        <pc:spChg chg="add del">
          <ac:chgData name="Alva, Yino" userId="38f0b612-f79a-4792-8216-9b24e8e28507" providerId="ADAL" clId="{38B63EF4-3A5B-440F-A221-BB65635FC649}" dt="2026-10-20T01:37:22.557" v="708" actId="26606"/>
          <ac:spMkLst>
            <pc:docMk/>
            <pc:sldMk cId="333837281" sldId="288"/>
            <ac:spMk id="18" creationId="{A6604B49-AD5C-4590-B051-06C8222ECD99}"/>
          </ac:spMkLst>
        </pc:spChg>
        <pc:spChg chg="add del">
          <ac:chgData name="Alva, Yino" userId="38f0b612-f79a-4792-8216-9b24e8e28507" providerId="ADAL" clId="{38B63EF4-3A5B-440F-A221-BB65635FC649}" dt="2026-10-20T01:37:22.557" v="708" actId="26606"/>
          <ac:spMkLst>
            <pc:docMk/>
            <pc:sldMk cId="333837281" sldId="288"/>
            <ac:spMk id="20" creationId="{CC552A98-EF7D-4D42-AB69-066B786AB55B}"/>
          </ac:spMkLst>
        </pc:spChg>
        <pc:grpChg chg="add del">
          <ac:chgData name="Alva, Yino" userId="38f0b612-f79a-4792-8216-9b24e8e28507" providerId="ADAL" clId="{38B63EF4-3A5B-440F-A221-BB65635FC649}" dt="2026-10-20T01:06:41.651" v="567"/>
          <ac:grpSpMkLst>
            <pc:docMk/>
            <pc:sldMk cId="333837281" sldId="288"/>
            <ac:grpSpMk id="14" creationId="{C5F6476F-D303-44D3-B30F-1BA348F0F64A}"/>
          </ac:grpSpMkLst>
        </pc:grpChg>
        <pc:grpChg chg="add">
          <ac:chgData name="Alva, Yino" userId="38f0b612-f79a-4792-8216-9b24e8e28507" providerId="ADAL" clId="{38B63EF4-3A5B-440F-A221-BB65635FC649}" dt="2026-10-20T01:37:22.557" v="708" actId="26606"/>
          <ac:grpSpMkLst>
            <pc:docMk/>
            <pc:sldMk cId="333837281" sldId="288"/>
            <ac:grpSpMk id="25" creationId="{C54A2A4D-19EF-3552-F383-6AD9587C8AFC}"/>
          </ac:grpSpMkLst>
        </pc:grpChg>
        <pc:picChg chg="add del mod ord">
          <ac:chgData name="Alva, Yino" userId="38f0b612-f79a-4792-8216-9b24e8e28507" providerId="ADAL" clId="{38B63EF4-3A5B-440F-A221-BB65635FC649}" dt="2026-10-20T01:37:24.062" v="709" actId="478"/>
          <ac:picMkLst>
            <pc:docMk/>
            <pc:sldMk cId="333837281" sldId="288"/>
            <ac:picMk id="7" creationId="{76B319B2-F377-50D5-4220-A576F44C6CF6}"/>
          </ac:picMkLst>
        </pc:picChg>
      </pc:sldChg>
      <pc:sldChg chg="addSp delSp modSp new mod setBg delDesignElem">
        <pc:chgData name="Alva, Yino" userId="38f0b612-f79a-4792-8216-9b24e8e28507" providerId="ADAL" clId="{38B63EF4-3A5B-440F-A221-BB65635FC649}" dt="2026-10-20T01:40:47.326" v="813" actId="1076"/>
        <pc:sldMkLst>
          <pc:docMk/>
          <pc:sldMk cId="3500745227" sldId="289"/>
        </pc:sldMkLst>
        <pc:spChg chg="mod">
          <ac:chgData name="Alva, Yino" userId="38f0b612-f79a-4792-8216-9b24e8e28507" providerId="ADAL" clId="{38B63EF4-3A5B-440F-A221-BB65635FC649}" dt="2026-10-20T01:40:47.326" v="813" actId="1076"/>
          <ac:spMkLst>
            <pc:docMk/>
            <pc:sldMk cId="3500745227" sldId="289"/>
            <ac:spMk id="2" creationId="{71821F87-A76E-FEF5-AB21-78D61A7768D9}"/>
          </ac:spMkLst>
        </pc:spChg>
        <pc:spChg chg="mod ord">
          <ac:chgData name="Alva, Yino" userId="38f0b612-f79a-4792-8216-9b24e8e28507" providerId="ADAL" clId="{38B63EF4-3A5B-440F-A221-BB65635FC649}" dt="2026-10-20T01:40:27.976" v="780" actId="27636"/>
          <ac:spMkLst>
            <pc:docMk/>
            <pc:sldMk cId="3500745227" sldId="289"/>
            <ac:spMk id="3" creationId="{34D18436-B218-3B83-8430-78247DCC7465}"/>
          </ac:spMkLst>
        </pc:spChg>
        <pc:spChg chg="add del">
          <ac:chgData name="Alva, Yino" userId="38f0b612-f79a-4792-8216-9b24e8e28507" providerId="ADAL" clId="{38B63EF4-3A5B-440F-A221-BB65635FC649}" dt="2026-10-20T01:39:06.588" v="726" actId="26606"/>
          <ac:spMkLst>
            <pc:docMk/>
            <pc:sldMk cId="3500745227" sldId="289"/>
            <ac:spMk id="9" creationId="{D4C74C1C-EF2E-40CF-A712-656E694E6724}"/>
          </ac:spMkLst>
        </pc:spChg>
        <pc:spChg chg="add del">
          <ac:chgData name="Alva, Yino" userId="38f0b612-f79a-4792-8216-9b24e8e28507" providerId="ADAL" clId="{38B63EF4-3A5B-440F-A221-BB65635FC649}" dt="2026-10-20T01:06:41.651" v="567"/>
          <ac:spMkLst>
            <pc:docMk/>
            <pc:sldMk cId="3500745227" sldId="289"/>
            <ac:spMk id="10" creationId="{245A9F99-D9B1-4094-A2E2-B90AC1DB7B9C}"/>
          </ac:spMkLst>
        </pc:spChg>
        <pc:spChg chg="add del">
          <ac:chgData name="Alva, Yino" userId="38f0b612-f79a-4792-8216-9b24e8e28507" providerId="ADAL" clId="{38B63EF4-3A5B-440F-A221-BB65635FC649}" dt="2026-10-20T01:39:06.588" v="726" actId="26606"/>
          <ac:spMkLst>
            <pc:docMk/>
            <pc:sldMk cId="3500745227" sldId="289"/>
            <ac:spMk id="11" creationId="{90464369-70FA-42AF-948F-80664CA7BFE5}"/>
          </ac:spMkLst>
        </pc:spChg>
        <pc:spChg chg="add del">
          <ac:chgData name="Alva, Yino" userId="38f0b612-f79a-4792-8216-9b24e8e28507" providerId="ADAL" clId="{38B63EF4-3A5B-440F-A221-BB65635FC649}" dt="2026-10-20T01:06:41.651" v="567"/>
          <ac:spMkLst>
            <pc:docMk/>
            <pc:sldMk cId="3500745227" sldId="289"/>
            <ac:spMk id="12" creationId="{B7FAF607-473A-4A43-A23D-BBFF5C4117BB}"/>
          </ac:spMkLst>
        </pc:spChg>
        <pc:spChg chg="add del">
          <ac:chgData name="Alva, Yino" userId="38f0b612-f79a-4792-8216-9b24e8e28507" providerId="ADAL" clId="{38B63EF4-3A5B-440F-A221-BB65635FC649}" dt="2026-10-20T01:39:06.588" v="726" actId="26606"/>
          <ac:spMkLst>
            <pc:docMk/>
            <pc:sldMk cId="3500745227" sldId="289"/>
            <ac:spMk id="16" creationId="{A648176E-454C-437C-B0FC-9B82FCF32B24}"/>
          </ac:spMkLst>
        </pc:spChg>
        <pc:spChg chg="add del">
          <ac:chgData name="Alva, Yino" userId="38f0b612-f79a-4792-8216-9b24e8e28507" providerId="ADAL" clId="{38B63EF4-3A5B-440F-A221-BB65635FC649}" dt="2026-10-20T01:39:06.588" v="726" actId="26606"/>
          <ac:spMkLst>
            <pc:docMk/>
            <pc:sldMk cId="3500745227" sldId="289"/>
            <ac:spMk id="18" creationId="{A6604B49-AD5C-4590-B051-06C8222ECD99}"/>
          </ac:spMkLst>
        </pc:spChg>
        <pc:spChg chg="add del">
          <ac:chgData name="Alva, Yino" userId="38f0b612-f79a-4792-8216-9b24e8e28507" providerId="ADAL" clId="{38B63EF4-3A5B-440F-A221-BB65635FC649}" dt="2026-10-20T01:39:06.588" v="726" actId="26606"/>
          <ac:spMkLst>
            <pc:docMk/>
            <pc:sldMk cId="3500745227" sldId="289"/>
            <ac:spMk id="20" creationId="{CC552A98-EF7D-4D42-AB69-066B786AB55B}"/>
          </ac:spMkLst>
        </pc:spChg>
        <pc:spChg chg="add del">
          <ac:chgData name="Alva, Yino" userId="38f0b612-f79a-4792-8216-9b24e8e28507" providerId="ADAL" clId="{38B63EF4-3A5B-440F-A221-BB65635FC649}" dt="2026-10-20T01:39:49.783" v="735" actId="26606"/>
          <ac:spMkLst>
            <pc:docMk/>
            <pc:sldMk cId="3500745227" sldId="289"/>
            <ac:spMk id="25" creationId="{DBF61EA3-B236-439E-9C0B-340980D56BEE}"/>
          </ac:spMkLst>
        </pc:spChg>
        <pc:spChg chg="add del">
          <ac:chgData name="Alva, Yino" userId="38f0b612-f79a-4792-8216-9b24e8e28507" providerId="ADAL" clId="{38B63EF4-3A5B-440F-A221-BB65635FC649}" dt="2026-10-20T01:39:49.783" v="735" actId="26606"/>
          <ac:spMkLst>
            <pc:docMk/>
            <pc:sldMk cId="3500745227" sldId="289"/>
            <ac:spMk id="31" creationId="{E659831F-0D9A-4C63-9EBB-8435B85A440F}"/>
          </ac:spMkLst>
        </pc:spChg>
        <pc:spChg chg="add del">
          <ac:chgData name="Alva, Yino" userId="38f0b612-f79a-4792-8216-9b24e8e28507" providerId="ADAL" clId="{38B63EF4-3A5B-440F-A221-BB65635FC649}" dt="2026-10-20T01:39:49.767" v="734" actId="26606"/>
          <ac:spMkLst>
            <pc:docMk/>
            <pc:sldMk cId="3500745227" sldId="289"/>
            <ac:spMk id="36" creationId="{DBF61EA3-B236-439E-9C0B-340980D56BEE}"/>
          </ac:spMkLst>
        </pc:spChg>
        <pc:spChg chg="add del">
          <ac:chgData name="Alva, Yino" userId="38f0b612-f79a-4792-8216-9b24e8e28507" providerId="ADAL" clId="{38B63EF4-3A5B-440F-A221-BB65635FC649}" dt="2026-10-20T01:39:49.767" v="734" actId="26606"/>
          <ac:spMkLst>
            <pc:docMk/>
            <pc:sldMk cId="3500745227" sldId="289"/>
            <ac:spMk id="42" creationId="{E659831F-0D9A-4C63-9EBB-8435B85A440F}"/>
          </ac:spMkLst>
        </pc:spChg>
        <pc:spChg chg="add">
          <ac:chgData name="Alva, Yino" userId="38f0b612-f79a-4792-8216-9b24e8e28507" providerId="ADAL" clId="{38B63EF4-3A5B-440F-A221-BB65635FC649}" dt="2026-10-20T01:39:49.783" v="735" actId="26606"/>
          <ac:spMkLst>
            <pc:docMk/>
            <pc:sldMk cId="3500745227" sldId="289"/>
            <ac:spMk id="44" creationId="{5D7F64A8-D625-4F61-A290-B499BB62ACFF}"/>
          </ac:spMkLst>
        </pc:spChg>
        <pc:grpChg chg="add del">
          <ac:chgData name="Alva, Yino" userId="38f0b612-f79a-4792-8216-9b24e8e28507" providerId="ADAL" clId="{38B63EF4-3A5B-440F-A221-BB65635FC649}" dt="2026-10-20T01:06:41.651" v="567"/>
          <ac:grpSpMkLst>
            <pc:docMk/>
            <pc:sldMk cId="3500745227" sldId="289"/>
            <ac:grpSpMk id="14" creationId="{C5F6476F-D303-44D3-B30F-1BA348F0F64A}"/>
          </ac:grpSpMkLst>
        </pc:grpChg>
        <pc:grpChg chg="add del">
          <ac:chgData name="Alva, Yino" userId="38f0b612-f79a-4792-8216-9b24e8e28507" providerId="ADAL" clId="{38B63EF4-3A5B-440F-A221-BB65635FC649}" dt="2026-10-20T01:39:49.783" v="735" actId="26606"/>
          <ac:grpSpMkLst>
            <pc:docMk/>
            <pc:sldMk cId="3500745227" sldId="289"/>
            <ac:grpSpMk id="27" creationId="{28FAF094-D087-493F-8DF9-A486C2D6BBAA}"/>
          </ac:grpSpMkLst>
        </pc:grpChg>
        <pc:grpChg chg="add del">
          <ac:chgData name="Alva, Yino" userId="38f0b612-f79a-4792-8216-9b24e8e28507" providerId="ADAL" clId="{38B63EF4-3A5B-440F-A221-BB65635FC649}" dt="2026-10-20T01:39:49.767" v="734" actId="26606"/>
          <ac:grpSpMkLst>
            <pc:docMk/>
            <pc:sldMk cId="3500745227" sldId="289"/>
            <ac:grpSpMk id="38" creationId="{28FAF094-D087-493F-8DF9-A486C2D6BBAA}"/>
          </ac:grpSpMkLst>
        </pc:grpChg>
        <pc:picChg chg="add del mod">
          <ac:chgData name="Alva, Yino" userId="38f0b612-f79a-4792-8216-9b24e8e28507" providerId="ADAL" clId="{38B63EF4-3A5B-440F-A221-BB65635FC649}" dt="2026-10-20T01:38:56.551" v="725" actId="478"/>
          <ac:picMkLst>
            <pc:docMk/>
            <pc:sldMk cId="3500745227" sldId="289"/>
            <ac:picMk id="7" creationId="{780E88CD-AAFC-E74E-840A-876FF518ED02}"/>
          </ac:picMkLst>
        </pc:picChg>
        <pc:picChg chg="add mod">
          <ac:chgData name="Alva, Yino" userId="38f0b612-f79a-4792-8216-9b24e8e28507" providerId="ADAL" clId="{38B63EF4-3A5B-440F-A221-BB65635FC649}" dt="2026-10-20T01:40:32.779" v="810" actId="1037"/>
          <ac:picMkLst>
            <pc:docMk/>
            <pc:sldMk cId="3500745227" sldId="289"/>
            <ac:picMk id="35" creationId="{24687825-DE6E-4D3F-8600-2A4A93857C1E}"/>
          </ac:picMkLst>
        </pc:picChg>
        <pc:picChg chg="add">
          <ac:chgData name="Alva, Yino" userId="38f0b612-f79a-4792-8216-9b24e8e28507" providerId="ADAL" clId="{38B63EF4-3A5B-440F-A221-BB65635FC649}" dt="2026-10-20T01:39:49.783" v="735" actId="26606"/>
          <ac:picMkLst>
            <pc:docMk/>
            <pc:sldMk cId="3500745227" sldId="289"/>
            <ac:picMk id="37" creationId="{CA6D1079-C726-4F2A-B23D-193FED7F7781}"/>
          </ac:picMkLst>
        </pc:picChg>
      </pc:sldChg>
      <pc:sldChg chg="addSp delSp modSp new mod">
        <pc:chgData name="Alva, Yino" userId="38f0b612-f79a-4792-8216-9b24e8e28507" providerId="ADAL" clId="{38B63EF4-3A5B-440F-A221-BB65635FC649}" dt="2026-10-20T01:48:08.682" v="834" actId="2164"/>
        <pc:sldMkLst>
          <pc:docMk/>
          <pc:sldMk cId="1454331685" sldId="290"/>
        </pc:sldMkLst>
        <pc:spChg chg="mod">
          <ac:chgData name="Alva, Yino" userId="38f0b612-f79a-4792-8216-9b24e8e28507" providerId="ADAL" clId="{38B63EF4-3A5B-440F-A221-BB65635FC649}" dt="2026-10-20T01:06:41.651" v="567"/>
          <ac:spMkLst>
            <pc:docMk/>
            <pc:sldMk cId="1454331685" sldId="290"/>
            <ac:spMk id="2" creationId="{630E495F-CBC0-21C5-92D1-E6F98D43692A}"/>
          </ac:spMkLst>
        </pc:spChg>
        <pc:spChg chg="add del mod">
          <ac:chgData name="Alva, Yino" userId="38f0b612-f79a-4792-8216-9b24e8e28507" providerId="ADAL" clId="{38B63EF4-3A5B-440F-A221-BB65635FC649}" dt="2026-10-20T01:46:40.184" v="820"/>
          <ac:spMkLst>
            <pc:docMk/>
            <pc:sldMk cId="1454331685" sldId="290"/>
            <ac:spMk id="3" creationId="{5A7BF98F-A431-E0D5-E107-5B5BBD92DAE3}"/>
          </ac:spMkLst>
        </pc:spChg>
        <pc:spChg chg="add del">
          <ac:chgData name="Alva, Yino" userId="38f0b612-f79a-4792-8216-9b24e8e28507" providerId="ADAL" clId="{38B63EF4-3A5B-440F-A221-BB65635FC649}" dt="2026-10-19T18:08:20.233" v="469" actId="3680"/>
          <ac:spMkLst>
            <pc:docMk/>
            <pc:sldMk cId="1454331685" sldId="290"/>
            <ac:spMk id="3" creationId="{AC7E900B-73C8-3DF6-111E-34B938550415}"/>
          </ac:spMkLst>
        </pc:spChg>
        <pc:spChg chg="add del mod">
          <ac:chgData name="Alva, Yino" userId="38f0b612-f79a-4792-8216-9b24e8e28507" providerId="ADAL" clId="{38B63EF4-3A5B-440F-A221-BB65635FC649}" dt="2026-10-20T01:46:52.434" v="823" actId="478"/>
          <ac:spMkLst>
            <pc:docMk/>
            <pc:sldMk cId="1454331685" sldId="290"/>
            <ac:spMk id="6" creationId="{4F742C35-70B8-7659-DA57-8634B70C8AF4}"/>
          </ac:spMkLst>
        </pc:spChg>
        <pc:graphicFrameChg chg="add del mod ord modGraphic">
          <ac:chgData name="Alva, Yino" userId="38f0b612-f79a-4792-8216-9b24e8e28507" providerId="ADAL" clId="{38B63EF4-3A5B-440F-A221-BB65635FC649}" dt="2026-10-19T18:08:15.106" v="468" actId="3680"/>
          <ac:graphicFrameMkLst>
            <pc:docMk/>
            <pc:sldMk cId="1454331685" sldId="290"/>
            <ac:graphicFrameMk id="4" creationId="{49ED52CF-55B9-CD19-9FAD-E79360C6B997}"/>
          </ac:graphicFrameMkLst>
        </pc:graphicFrameChg>
        <pc:graphicFrameChg chg="add del mod ord modGraphic">
          <ac:chgData name="Alva, Yino" userId="38f0b612-f79a-4792-8216-9b24e8e28507" providerId="ADAL" clId="{38B63EF4-3A5B-440F-A221-BB65635FC649}" dt="2026-10-20T01:46:45.585" v="821" actId="478"/>
          <ac:graphicFrameMkLst>
            <pc:docMk/>
            <pc:sldMk cId="1454331685" sldId="290"/>
            <ac:graphicFrameMk id="5" creationId="{EE95266D-4EDA-A3B0-3712-AA23821001F0}"/>
          </ac:graphicFrameMkLst>
        </pc:graphicFrameChg>
        <pc:graphicFrameChg chg="add del">
          <ac:chgData name="Alva, Yino" userId="38f0b612-f79a-4792-8216-9b24e8e28507" providerId="ADAL" clId="{38B63EF4-3A5B-440F-A221-BB65635FC649}" dt="2026-10-20T01:47:05.734" v="825" actId="3680"/>
          <ac:graphicFrameMkLst>
            <pc:docMk/>
            <pc:sldMk cId="1454331685" sldId="290"/>
            <ac:graphicFrameMk id="7" creationId="{28C31076-7035-B3B8-2659-F59472A981BF}"/>
          </ac:graphicFrameMkLst>
        </pc:graphicFrameChg>
        <pc:graphicFrameChg chg="add mod modGraphic">
          <ac:chgData name="Alva, Yino" userId="38f0b612-f79a-4792-8216-9b24e8e28507" providerId="ADAL" clId="{38B63EF4-3A5B-440F-A221-BB65635FC649}" dt="2026-10-20T01:48:08.682" v="834" actId="2164"/>
          <ac:graphicFrameMkLst>
            <pc:docMk/>
            <pc:sldMk cId="1454331685" sldId="290"/>
            <ac:graphicFrameMk id="8" creationId="{83665177-7EDB-DEF5-09EA-CC37314FC910}"/>
          </ac:graphicFrameMkLst>
        </pc:graphicFrameChg>
      </pc:sldChg>
      <pc:sldChg chg="modSp new mod">
        <pc:chgData name="Alva, Yino" userId="38f0b612-f79a-4792-8216-9b24e8e28507" providerId="ADAL" clId="{38B63EF4-3A5B-440F-A221-BB65635FC649}" dt="2026-10-20T01:14:41.150" v="610" actId="20577"/>
        <pc:sldMkLst>
          <pc:docMk/>
          <pc:sldMk cId="2406603845" sldId="291"/>
        </pc:sldMkLst>
        <pc:spChg chg="mod">
          <ac:chgData name="Alva, Yino" userId="38f0b612-f79a-4792-8216-9b24e8e28507" providerId="ADAL" clId="{38B63EF4-3A5B-440F-A221-BB65635FC649}" dt="2026-10-20T01:06:41.651" v="567"/>
          <ac:spMkLst>
            <pc:docMk/>
            <pc:sldMk cId="2406603845" sldId="291"/>
            <ac:spMk id="2" creationId="{F0E775FA-4880-03F0-0B38-6896CD812501}"/>
          </ac:spMkLst>
        </pc:spChg>
        <pc:spChg chg="mod">
          <ac:chgData name="Alva, Yino" userId="38f0b612-f79a-4792-8216-9b24e8e28507" providerId="ADAL" clId="{38B63EF4-3A5B-440F-A221-BB65635FC649}" dt="2026-10-20T01:14:41.150" v="610" actId="20577"/>
          <ac:spMkLst>
            <pc:docMk/>
            <pc:sldMk cId="2406603845" sldId="291"/>
            <ac:spMk id="3" creationId="{FB95DE6B-4A10-DEC4-D33E-2DEB17F612AD}"/>
          </ac:spMkLst>
        </pc:spChg>
      </pc:sldChg>
      <pc:sldChg chg="addSp delSp modSp new mod setBg delDesignElem">
        <pc:chgData name="Alva, Yino" userId="38f0b612-f79a-4792-8216-9b24e8e28507" providerId="ADAL" clId="{38B63EF4-3A5B-440F-A221-BB65635FC649}" dt="2026-10-20T01:11:43.879" v="597" actId="26606"/>
        <pc:sldMkLst>
          <pc:docMk/>
          <pc:sldMk cId="1571238362" sldId="292"/>
        </pc:sldMkLst>
        <pc:spChg chg="mod">
          <ac:chgData name="Alva, Yino" userId="38f0b612-f79a-4792-8216-9b24e8e28507" providerId="ADAL" clId="{38B63EF4-3A5B-440F-A221-BB65635FC649}" dt="2026-10-19T21:07:23.765" v="510" actId="26606"/>
          <ac:spMkLst>
            <pc:docMk/>
            <pc:sldMk cId="1571238362" sldId="292"/>
            <ac:spMk id="2" creationId="{ED992315-A727-B2C0-F334-70CE08FE0D2C}"/>
          </ac:spMkLst>
        </pc:spChg>
        <pc:spChg chg="mod">
          <ac:chgData name="Alva, Yino" userId="38f0b612-f79a-4792-8216-9b24e8e28507" providerId="ADAL" clId="{38B63EF4-3A5B-440F-A221-BB65635FC649}" dt="2026-10-20T01:11:43.879" v="597" actId="26606"/>
          <ac:spMkLst>
            <pc:docMk/>
            <pc:sldMk cId="1571238362" sldId="292"/>
            <ac:spMk id="3" creationId="{F5E08D05-A917-A733-D6BF-8EFF29CF86DA}"/>
          </ac:spMkLst>
        </pc:spChg>
        <pc:spChg chg="add">
          <ac:chgData name="Alva, Yino" userId="38f0b612-f79a-4792-8216-9b24e8e28507" providerId="ADAL" clId="{38B63EF4-3A5B-440F-A221-BB65635FC649}" dt="2026-10-20T01:11:43.879" v="597" actId="26606"/>
          <ac:spMkLst>
            <pc:docMk/>
            <pc:sldMk cId="1571238362" sldId="292"/>
            <ac:spMk id="5" creationId="{907EF6B7-1338-4443-8C46-6A318D952DFD}"/>
          </ac:spMkLst>
        </pc:spChg>
        <pc:spChg chg="add">
          <ac:chgData name="Alva, Yino" userId="38f0b612-f79a-4792-8216-9b24e8e28507" providerId="ADAL" clId="{38B63EF4-3A5B-440F-A221-BB65635FC649}" dt="2026-10-20T01:11:43.879" v="597" actId="26606"/>
          <ac:spMkLst>
            <pc:docMk/>
            <pc:sldMk cId="1571238362" sldId="292"/>
            <ac:spMk id="6" creationId="{DAAE4CDD-124C-4DCF-9584-B6033B545DD5}"/>
          </ac:spMkLst>
        </pc:spChg>
        <pc:spChg chg="add">
          <ac:chgData name="Alva, Yino" userId="38f0b612-f79a-4792-8216-9b24e8e28507" providerId="ADAL" clId="{38B63EF4-3A5B-440F-A221-BB65635FC649}" dt="2026-10-20T01:11:43.879" v="597" actId="26606"/>
          <ac:spMkLst>
            <pc:docMk/>
            <pc:sldMk cId="1571238362" sldId="292"/>
            <ac:spMk id="7" creationId="{081E4A58-353D-44AE-B2FC-2A74E2E400F7}"/>
          </ac:spMkLst>
        </pc:spChg>
        <pc:spChg chg="add del">
          <ac:chgData name="Alva, Yino" userId="38f0b612-f79a-4792-8216-9b24e8e28507" providerId="ADAL" clId="{38B63EF4-3A5B-440F-A221-BB65635FC649}" dt="2026-10-20T01:06:41.651" v="567"/>
          <ac:spMkLst>
            <pc:docMk/>
            <pc:sldMk cId="1571238362" sldId="292"/>
            <ac:spMk id="8" creationId="{907EF6B7-1338-4443-8C46-6A318D952DFD}"/>
          </ac:spMkLst>
        </pc:spChg>
        <pc:spChg chg="add del">
          <ac:chgData name="Alva, Yino" userId="38f0b612-f79a-4792-8216-9b24e8e28507" providerId="ADAL" clId="{38B63EF4-3A5B-440F-A221-BB65635FC649}" dt="2026-10-20T01:06:41.651" v="567"/>
          <ac:spMkLst>
            <pc:docMk/>
            <pc:sldMk cId="1571238362" sldId="292"/>
            <ac:spMk id="10" creationId="{DAAE4CDD-124C-4DCF-9584-B6033B545DD5}"/>
          </ac:spMkLst>
        </pc:spChg>
        <pc:spChg chg="add del">
          <ac:chgData name="Alva, Yino" userId="38f0b612-f79a-4792-8216-9b24e8e28507" providerId="ADAL" clId="{38B63EF4-3A5B-440F-A221-BB65635FC649}" dt="2026-10-20T01:06:41.651" v="567"/>
          <ac:spMkLst>
            <pc:docMk/>
            <pc:sldMk cId="1571238362" sldId="292"/>
            <ac:spMk id="12" creationId="{081E4A58-353D-44AE-B2FC-2A74E2E400F7}"/>
          </ac:spMkLst>
        </pc:spChg>
      </pc:sldChg>
      <pc:sldChg chg="addSp delSp modSp add mod setBg delDesignElem">
        <pc:chgData name="Alva, Yino" userId="38f0b612-f79a-4792-8216-9b24e8e28507" providerId="ADAL" clId="{38B63EF4-3A5B-440F-A221-BB65635FC649}" dt="2026-10-20T01:11:52.176" v="598" actId="26606"/>
        <pc:sldMkLst>
          <pc:docMk/>
          <pc:sldMk cId="2645923711" sldId="293"/>
        </pc:sldMkLst>
        <pc:spChg chg="del mod">
          <ac:chgData name="Alva, Yino" userId="38f0b612-f79a-4792-8216-9b24e8e28507" providerId="ADAL" clId="{38B63EF4-3A5B-440F-A221-BB65635FC649}" dt="2026-10-19T21:08:13.908" v="518" actId="478"/>
          <ac:spMkLst>
            <pc:docMk/>
            <pc:sldMk cId="2645923711" sldId="293"/>
            <ac:spMk id="2" creationId="{3C08B762-5AB8-3F87-8511-AEBCD1E2430F}"/>
          </ac:spMkLst>
        </pc:spChg>
        <pc:spChg chg="mod">
          <ac:chgData name="Alva, Yino" userId="38f0b612-f79a-4792-8216-9b24e8e28507" providerId="ADAL" clId="{38B63EF4-3A5B-440F-A221-BB65635FC649}" dt="2026-10-20T01:11:52.176" v="598" actId="26606"/>
          <ac:spMkLst>
            <pc:docMk/>
            <pc:sldMk cId="2645923711" sldId="293"/>
            <ac:spMk id="3" creationId="{F5E5F6EC-4ECD-DF65-D4FC-A34C8041A3DB}"/>
          </ac:spMkLst>
        </pc:spChg>
        <pc:spChg chg="add del mod">
          <ac:chgData name="Alva, Yino" userId="38f0b612-f79a-4792-8216-9b24e8e28507" providerId="ADAL" clId="{38B63EF4-3A5B-440F-A221-BB65635FC649}" dt="2026-10-20T01:06:52.673" v="568" actId="478"/>
          <ac:spMkLst>
            <pc:docMk/>
            <pc:sldMk cId="2645923711" sldId="293"/>
            <ac:spMk id="4" creationId="{03484B9A-4C83-FF4E-C8F0-AC894298E097}"/>
          </ac:spMkLst>
        </pc:spChg>
        <pc:spChg chg="add del">
          <ac:chgData name="Alva, Yino" userId="38f0b612-f79a-4792-8216-9b24e8e28507" providerId="ADAL" clId="{38B63EF4-3A5B-440F-A221-BB65635FC649}" dt="2026-10-20T01:11:52.176" v="598" actId="26606"/>
          <ac:spMkLst>
            <pc:docMk/>
            <pc:sldMk cId="2645923711" sldId="293"/>
            <ac:spMk id="5" creationId="{1C799903-48D5-4A31-A1A2-541072D9771E}"/>
          </ac:spMkLst>
        </pc:spChg>
        <pc:spChg chg="add del">
          <ac:chgData name="Alva, Yino" userId="38f0b612-f79a-4792-8216-9b24e8e28507" providerId="ADAL" clId="{38B63EF4-3A5B-440F-A221-BB65635FC649}" dt="2026-10-20T01:07:04.377" v="571" actId="478"/>
          <ac:spMkLst>
            <pc:docMk/>
            <pc:sldMk cId="2645923711" sldId="293"/>
            <ac:spMk id="6" creationId="{C5B7CDE7-D0B0-233D-399C-557627A0338C}"/>
          </ac:spMkLst>
        </pc:spChg>
        <pc:spChg chg="add del mod">
          <ac:chgData name="Alva, Yino" userId="38f0b612-f79a-4792-8216-9b24e8e28507" providerId="ADAL" clId="{38B63EF4-3A5B-440F-A221-BB65635FC649}" dt="2026-10-20T01:10:37.395" v="577" actId="478"/>
          <ac:spMkLst>
            <pc:docMk/>
            <pc:sldMk cId="2645923711" sldId="293"/>
            <ac:spMk id="7" creationId="{B11BB727-6095-8239-34D0-8A258CF00618}"/>
          </ac:spMkLst>
        </pc:spChg>
        <pc:spChg chg="del">
          <ac:chgData name="Alva, Yino" userId="38f0b612-f79a-4792-8216-9b24e8e28507" providerId="ADAL" clId="{38B63EF4-3A5B-440F-A221-BB65635FC649}" dt="2026-10-20T01:06:41.651" v="567"/>
          <ac:spMkLst>
            <pc:docMk/>
            <pc:sldMk cId="2645923711" sldId="293"/>
            <ac:spMk id="8" creationId="{82A4C27D-4759-F458-E0E8-C98E70CB995A}"/>
          </ac:spMkLst>
        </pc:spChg>
        <pc:spChg chg="add del">
          <ac:chgData name="Alva, Yino" userId="38f0b612-f79a-4792-8216-9b24e8e28507" providerId="ADAL" clId="{38B63EF4-3A5B-440F-A221-BB65635FC649}" dt="2026-10-20T01:11:52.176" v="598" actId="26606"/>
          <ac:spMkLst>
            <pc:docMk/>
            <pc:sldMk cId="2645923711" sldId="293"/>
            <ac:spMk id="9" creationId="{8EFFF109-FC58-4FD3-BE05-9775A1310F55}"/>
          </ac:spMkLst>
        </pc:spChg>
        <pc:spChg chg="del">
          <ac:chgData name="Alva, Yino" userId="38f0b612-f79a-4792-8216-9b24e8e28507" providerId="ADAL" clId="{38B63EF4-3A5B-440F-A221-BB65635FC649}" dt="2026-10-20T01:06:41.651" v="567"/>
          <ac:spMkLst>
            <pc:docMk/>
            <pc:sldMk cId="2645923711" sldId="293"/>
            <ac:spMk id="10" creationId="{5A1EFCDD-87C7-AD06-352E-4739C83A5E5A}"/>
          </ac:spMkLst>
        </pc:spChg>
        <pc:spChg chg="add del">
          <ac:chgData name="Alva, Yino" userId="38f0b612-f79a-4792-8216-9b24e8e28507" providerId="ADAL" clId="{38B63EF4-3A5B-440F-A221-BB65635FC649}" dt="2026-10-20T01:11:52.176" v="598" actId="26606"/>
          <ac:spMkLst>
            <pc:docMk/>
            <pc:sldMk cId="2645923711" sldId="293"/>
            <ac:spMk id="11" creationId="{E1B96AD6-92A9-4273-A62B-96A1C3E0BA95}"/>
          </ac:spMkLst>
        </pc:spChg>
        <pc:spChg chg="del">
          <ac:chgData name="Alva, Yino" userId="38f0b612-f79a-4792-8216-9b24e8e28507" providerId="ADAL" clId="{38B63EF4-3A5B-440F-A221-BB65635FC649}" dt="2026-10-20T01:06:41.651" v="567"/>
          <ac:spMkLst>
            <pc:docMk/>
            <pc:sldMk cId="2645923711" sldId="293"/>
            <ac:spMk id="12" creationId="{DFFC825A-BC8B-FB86-7200-29D4F8FFA02F}"/>
          </ac:spMkLst>
        </pc:spChg>
        <pc:spChg chg="add del">
          <ac:chgData name="Alva, Yino" userId="38f0b612-f79a-4792-8216-9b24e8e28507" providerId="ADAL" clId="{38B63EF4-3A5B-440F-A221-BB65635FC649}" dt="2026-10-20T01:11:52.176" v="598" actId="26606"/>
          <ac:spMkLst>
            <pc:docMk/>
            <pc:sldMk cId="2645923711" sldId="293"/>
            <ac:spMk id="14" creationId="{463EEC44-1BA3-44ED-81FC-A644B04B2A44}"/>
          </ac:spMkLst>
        </pc:spChg>
        <pc:spChg chg="add">
          <ac:chgData name="Alva, Yino" userId="38f0b612-f79a-4792-8216-9b24e8e28507" providerId="ADAL" clId="{38B63EF4-3A5B-440F-A221-BB65635FC649}" dt="2026-10-20T01:11:52.176" v="598" actId="26606"/>
          <ac:spMkLst>
            <pc:docMk/>
            <pc:sldMk cId="2645923711" sldId="293"/>
            <ac:spMk id="19" creationId="{907EF6B7-1338-4443-8C46-6A318D952DFD}"/>
          </ac:spMkLst>
        </pc:spChg>
        <pc:spChg chg="add">
          <ac:chgData name="Alva, Yino" userId="38f0b612-f79a-4792-8216-9b24e8e28507" providerId="ADAL" clId="{38B63EF4-3A5B-440F-A221-BB65635FC649}" dt="2026-10-20T01:11:52.176" v="598" actId="26606"/>
          <ac:spMkLst>
            <pc:docMk/>
            <pc:sldMk cId="2645923711" sldId="293"/>
            <ac:spMk id="21" creationId="{DAAE4CDD-124C-4DCF-9584-B6033B545DD5}"/>
          </ac:spMkLst>
        </pc:spChg>
        <pc:spChg chg="add">
          <ac:chgData name="Alva, Yino" userId="38f0b612-f79a-4792-8216-9b24e8e28507" providerId="ADAL" clId="{38B63EF4-3A5B-440F-A221-BB65635FC649}" dt="2026-10-20T01:11:52.176" v="598" actId="26606"/>
          <ac:spMkLst>
            <pc:docMk/>
            <pc:sldMk cId="2645923711" sldId="293"/>
            <ac:spMk id="23" creationId="{081E4A58-353D-44AE-B2FC-2A74E2E400F7}"/>
          </ac:spMkLst>
        </pc:spChg>
      </pc:sldChg>
      <pc:sldChg chg="modSp new mod">
        <pc:chgData name="Alva, Yino" userId="38f0b612-f79a-4792-8216-9b24e8e28507" providerId="ADAL" clId="{38B63EF4-3A5B-440F-A221-BB65635FC649}" dt="2026-10-20T01:12:26.775" v="603"/>
        <pc:sldMkLst>
          <pc:docMk/>
          <pc:sldMk cId="3310228517" sldId="294"/>
        </pc:sldMkLst>
        <pc:spChg chg="mod">
          <ac:chgData name="Alva, Yino" userId="38f0b612-f79a-4792-8216-9b24e8e28507" providerId="ADAL" clId="{38B63EF4-3A5B-440F-A221-BB65635FC649}" dt="2026-10-20T01:12:14.631" v="602" actId="20577"/>
          <ac:spMkLst>
            <pc:docMk/>
            <pc:sldMk cId="3310228517" sldId="294"/>
            <ac:spMk id="2" creationId="{04036204-7BD8-BB6C-6CD2-90FD85F11448}"/>
          </ac:spMkLst>
        </pc:spChg>
        <pc:spChg chg="mod">
          <ac:chgData name="Alva, Yino" userId="38f0b612-f79a-4792-8216-9b24e8e28507" providerId="ADAL" clId="{38B63EF4-3A5B-440F-A221-BB65635FC649}" dt="2026-10-20T01:12:26.775" v="603"/>
          <ac:spMkLst>
            <pc:docMk/>
            <pc:sldMk cId="3310228517" sldId="294"/>
            <ac:spMk id="3" creationId="{EC0C0B91-6FF1-82EA-9F72-D55B984D8224}"/>
          </ac:spMkLst>
        </pc:spChg>
      </pc:sldChg>
      <pc:sldChg chg="new del">
        <pc:chgData name="Alva, Yino" userId="38f0b612-f79a-4792-8216-9b24e8e28507" providerId="ADAL" clId="{38B63EF4-3A5B-440F-A221-BB65635FC649}" dt="2026-10-20T01:24:59.055" v="634" actId="680"/>
        <pc:sldMkLst>
          <pc:docMk/>
          <pc:sldMk cId="1963989599" sldId="295"/>
        </pc:sldMkLst>
      </pc:sldChg>
      <pc:sldChg chg="addSp delSp modSp add mod">
        <pc:chgData name="Alva, Yino" userId="38f0b612-f79a-4792-8216-9b24e8e28507" providerId="ADAL" clId="{38B63EF4-3A5B-440F-A221-BB65635FC649}" dt="2026-10-20T01:25:13.710" v="641"/>
        <pc:sldMkLst>
          <pc:docMk/>
          <pc:sldMk cId="3678522773" sldId="295"/>
        </pc:sldMkLst>
        <pc:spChg chg="add del mod">
          <ac:chgData name="Alva, Yino" userId="38f0b612-f79a-4792-8216-9b24e8e28507" providerId="ADAL" clId="{38B63EF4-3A5B-440F-A221-BB65635FC649}" dt="2026-10-20T01:25:13.051" v="640" actId="478"/>
          <ac:spMkLst>
            <pc:docMk/>
            <pc:sldMk cId="3678522773" sldId="295"/>
            <ac:spMk id="3" creationId="{433C04C1-A01A-D3DA-4AC3-BE00411BBB1D}"/>
          </ac:spMkLst>
        </pc:spChg>
        <pc:graphicFrameChg chg="add mod">
          <ac:chgData name="Alva, Yino" userId="38f0b612-f79a-4792-8216-9b24e8e28507" providerId="ADAL" clId="{38B63EF4-3A5B-440F-A221-BB65635FC649}" dt="2026-10-20T01:25:11.262" v="639" actId="1076"/>
          <ac:graphicFrameMkLst>
            <pc:docMk/>
            <pc:sldMk cId="3678522773" sldId="295"/>
            <ac:graphicFrameMk id="4" creationId="{501CFD94-AD41-DC0B-A783-1D1C9F0DD2C5}"/>
          </ac:graphicFrameMkLst>
        </pc:graphicFrameChg>
        <pc:graphicFrameChg chg="add mod">
          <ac:chgData name="Alva, Yino" userId="38f0b612-f79a-4792-8216-9b24e8e28507" providerId="ADAL" clId="{38B63EF4-3A5B-440F-A221-BB65635FC649}" dt="2026-10-20T01:25:13.710" v="641"/>
          <ac:graphicFrameMkLst>
            <pc:docMk/>
            <pc:sldMk cId="3678522773" sldId="295"/>
            <ac:graphicFrameMk id="5" creationId="{D073FEE1-F9A3-4633-7162-B20CCFF3A70A}"/>
          </ac:graphicFrameMkLst>
        </pc:graphicFrameChg>
        <pc:graphicFrameChg chg="del">
          <ac:chgData name="Alva, Yino" userId="38f0b612-f79a-4792-8216-9b24e8e28507" providerId="ADAL" clId="{38B63EF4-3A5B-440F-A221-BB65635FC649}" dt="2026-10-20T01:25:07.276" v="636" actId="478"/>
          <ac:graphicFrameMkLst>
            <pc:docMk/>
            <pc:sldMk cId="3678522773" sldId="295"/>
            <ac:graphicFrameMk id="34" creationId="{5D9C64BA-9CF7-7E6C-E771-1DAF0F4D4ACB}"/>
          </ac:graphicFrameMkLst>
        </pc:graphicFrameChg>
      </pc:sldChg>
      <pc:sldChg chg="modSp add mod">
        <pc:chgData name="Alva, Yino" userId="38f0b612-f79a-4792-8216-9b24e8e28507" providerId="ADAL" clId="{38B63EF4-3A5B-440F-A221-BB65635FC649}" dt="2026-10-20T01:48:43.432" v="839"/>
        <pc:sldMkLst>
          <pc:docMk/>
          <pc:sldMk cId="992054205" sldId="296"/>
        </pc:sldMkLst>
        <pc:graphicFrameChg chg="mod modGraphic">
          <ac:chgData name="Alva, Yino" userId="38f0b612-f79a-4792-8216-9b24e8e28507" providerId="ADAL" clId="{38B63EF4-3A5B-440F-A221-BB65635FC649}" dt="2026-10-20T01:48:43.432" v="839"/>
          <ac:graphicFrameMkLst>
            <pc:docMk/>
            <pc:sldMk cId="992054205" sldId="296"/>
            <ac:graphicFrameMk id="8" creationId="{1EA8C723-4551-3AE2-734C-0249F7038B45}"/>
          </ac:graphicFrameMkLst>
        </pc:graphicFrameChg>
      </pc:sldChg>
      <pc:sldChg chg="modSp new mod">
        <pc:chgData name="Alva, Yino" userId="38f0b612-f79a-4792-8216-9b24e8e28507" providerId="ADAL" clId="{38B63EF4-3A5B-440F-A221-BB65635FC649}" dt="2026-10-20T01:51:37.458" v="852" actId="27636"/>
        <pc:sldMkLst>
          <pc:docMk/>
          <pc:sldMk cId="3265329073" sldId="297"/>
        </pc:sldMkLst>
        <pc:spChg chg="mod">
          <ac:chgData name="Alva, Yino" userId="38f0b612-f79a-4792-8216-9b24e8e28507" providerId="ADAL" clId="{38B63EF4-3A5B-440F-A221-BB65635FC649}" dt="2026-10-20T01:51:36.036" v="850" actId="20577"/>
          <ac:spMkLst>
            <pc:docMk/>
            <pc:sldMk cId="3265329073" sldId="297"/>
            <ac:spMk id="2" creationId="{2841375E-BC80-0A6E-2336-83586E90FB7A}"/>
          </ac:spMkLst>
        </pc:spChg>
        <pc:spChg chg="mod">
          <ac:chgData name="Alva, Yino" userId="38f0b612-f79a-4792-8216-9b24e8e28507" providerId="ADAL" clId="{38B63EF4-3A5B-440F-A221-BB65635FC649}" dt="2026-10-20T01:51:37.458" v="852" actId="27636"/>
          <ac:spMkLst>
            <pc:docMk/>
            <pc:sldMk cId="3265329073" sldId="297"/>
            <ac:spMk id="3" creationId="{39638495-767A-D84B-AFA5-04A288B23D4D}"/>
          </ac:spMkLst>
        </pc:spChg>
      </pc:sldChg>
      <pc:sldChg chg="modSp new mod">
        <pc:chgData name="Alva, Yino" userId="38f0b612-f79a-4792-8216-9b24e8e28507" providerId="ADAL" clId="{38B63EF4-3A5B-440F-A221-BB65635FC649}" dt="2026-10-20T01:51:52.571" v="865" actId="27636"/>
        <pc:sldMkLst>
          <pc:docMk/>
          <pc:sldMk cId="373800766" sldId="298"/>
        </pc:sldMkLst>
        <pc:spChg chg="mod">
          <ac:chgData name="Alva, Yino" userId="38f0b612-f79a-4792-8216-9b24e8e28507" providerId="ADAL" clId="{38B63EF4-3A5B-440F-A221-BB65635FC649}" dt="2026-10-20T01:51:43.623" v="863" actId="20577"/>
          <ac:spMkLst>
            <pc:docMk/>
            <pc:sldMk cId="373800766" sldId="298"/>
            <ac:spMk id="2" creationId="{E5A8CEFB-DE22-BA0B-F0B9-1841C8C14940}"/>
          </ac:spMkLst>
        </pc:spChg>
        <pc:spChg chg="mod">
          <ac:chgData name="Alva, Yino" userId="38f0b612-f79a-4792-8216-9b24e8e28507" providerId="ADAL" clId="{38B63EF4-3A5B-440F-A221-BB65635FC649}" dt="2026-10-20T01:51:52.571" v="865" actId="27636"/>
          <ac:spMkLst>
            <pc:docMk/>
            <pc:sldMk cId="373800766" sldId="298"/>
            <ac:spMk id="3" creationId="{99703469-6862-5DCA-DB14-7B06505E75AE}"/>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_rels/data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_rels/data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3.svg"/><Relationship Id="rId1" Type="http://schemas.openxmlformats.org/officeDocument/2006/relationships/image" Target="../media/image9.svg"/><Relationship Id="rId4" Type="http://schemas.openxmlformats.org/officeDocument/2006/relationships/image" Target="../media/image11.svg"/></Relationships>
</file>

<file path=ppt/diagrams/_rels/data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svg"/><Relationship Id="rId1" Type="http://schemas.openxmlformats.org/officeDocument/2006/relationships/image" Target="../media/image10.sv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3.svg"/><Relationship Id="rId1" Type="http://schemas.openxmlformats.org/officeDocument/2006/relationships/image" Target="../media/image9.svg"/><Relationship Id="rId4" Type="http://schemas.openxmlformats.org/officeDocument/2006/relationships/image" Target="../media/image11.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svg"/><Relationship Id="rId1" Type="http://schemas.openxmlformats.org/officeDocument/2006/relationships/image" Target="../media/image10.sv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9FDB95-E477-4FCF-AB67-E84727348304}"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A60CB822-4D90-4212-86B0-039173E959E5}">
      <dgm:prSet/>
      <dgm:spPr/>
      <dgm:t>
        <a:bodyPr/>
        <a:lstStyle/>
        <a:p>
          <a:pPr>
            <a:lnSpc>
              <a:spcPct val="100000"/>
            </a:lnSpc>
            <a:defRPr cap="all"/>
          </a:pPr>
          <a:r>
            <a:rPr lang="en-US" b="1"/>
            <a:t>2. Incremental Development</a:t>
          </a:r>
          <a:endParaRPr lang="en-US"/>
        </a:p>
      </dgm:t>
    </dgm:pt>
    <dgm:pt modelId="{1BC3996C-C8BF-46DA-9385-E7EBE0343433}" type="parTrans" cxnId="{F2C5D0C4-D554-41F6-A179-474F9D8B68C8}">
      <dgm:prSet/>
      <dgm:spPr/>
      <dgm:t>
        <a:bodyPr/>
        <a:lstStyle/>
        <a:p>
          <a:endParaRPr lang="en-US"/>
        </a:p>
      </dgm:t>
    </dgm:pt>
    <dgm:pt modelId="{9AEE8B67-8F45-4237-9B3C-53E3C8FD0C7F}" type="sibTrans" cxnId="{F2C5D0C4-D554-41F6-A179-474F9D8B68C8}">
      <dgm:prSet/>
      <dgm:spPr/>
      <dgm:t>
        <a:bodyPr/>
        <a:lstStyle/>
        <a:p>
          <a:endParaRPr lang="en-US"/>
        </a:p>
      </dgm:t>
    </dgm:pt>
    <dgm:pt modelId="{45A5CAA4-EB8B-4C1F-9B4C-1CEE2A8E0A2E}">
      <dgm:prSet/>
      <dgm:spPr/>
      <dgm:t>
        <a:bodyPr/>
        <a:lstStyle/>
        <a:p>
          <a:pPr>
            <a:lnSpc>
              <a:spcPct val="100000"/>
            </a:lnSpc>
            <a:defRPr cap="all"/>
          </a:pPr>
          <a:r>
            <a:rPr lang="en-US" b="1"/>
            <a:t>Basic Idea:</a:t>
          </a:r>
          <a:r>
            <a:rPr lang="en-US"/>
            <a:t> The software is developed as a series of versions (increments), with each increment adding functional features to the previous version.</a:t>
          </a:r>
        </a:p>
      </dgm:t>
    </dgm:pt>
    <dgm:pt modelId="{85B9D64B-B8AF-4A4E-AC4E-A32C5F4ED111}" type="parTrans" cxnId="{B0660FF3-7C0D-408E-914A-2653BB19A2F0}">
      <dgm:prSet/>
      <dgm:spPr/>
      <dgm:t>
        <a:bodyPr/>
        <a:lstStyle/>
        <a:p>
          <a:endParaRPr lang="en-US"/>
        </a:p>
      </dgm:t>
    </dgm:pt>
    <dgm:pt modelId="{286BCB64-8A87-4D76-A50F-6D979AF32BCA}" type="sibTrans" cxnId="{B0660FF3-7C0D-408E-914A-2653BB19A2F0}">
      <dgm:prSet/>
      <dgm:spPr/>
      <dgm:t>
        <a:bodyPr/>
        <a:lstStyle/>
        <a:p>
          <a:endParaRPr lang="en-US"/>
        </a:p>
      </dgm:t>
    </dgm:pt>
    <dgm:pt modelId="{78A988B1-7A77-4960-A924-B2C591B3C0E2}">
      <dgm:prSet/>
      <dgm:spPr/>
      <dgm:t>
        <a:bodyPr/>
        <a:lstStyle/>
        <a:p>
          <a:pPr>
            <a:lnSpc>
              <a:spcPct val="100000"/>
            </a:lnSpc>
            <a:defRPr cap="all"/>
          </a:pPr>
          <a:r>
            <a:rPr lang="en-US" b="1"/>
            <a:t>Work Progression:</a:t>
          </a:r>
          <a:r>
            <a:rPr lang="en-US"/>
            <a:t> Specification, design, implementation, and validation activities are interleaved rather than sequential. Early increments deliver core functionality; subsequent increments expand capability based on feedback.</a:t>
          </a:r>
        </a:p>
      </dgm:t>
    </dgm:pt>
    <dgm:pt modelId="{6FA9DEFF-F358-4E2F-91FC-8F622BDDB73F}" type="parTrans" cxnId="{BEB2262E-359A-4CDC-803F-15D13B3368C9}">
      <dgm:prSet/>
      <dgm:spPr/>
      <dgm:t>
        <a:bodyPr/>
        <a:lstStyle/>
        <a:p>
          <a:endParaRPr lang="en-US"/>
        </a:p>
      </dgm:t>
    </dgm:pt>
    <dgm:pt modelId="{4BE20EAD-B42B-4D5E-8C4B-97A8196A9FE8}" type="sibTrans" cxnId="{BEB2262E-359A-4CDC-803F-15D13B3368C9}">
      <dgm:prSet/>
      <dgm:spPr/>
      <dgm:t>
        <a:bodyPr/>
        <a:lstStyle/>
        <a:p>
          <a:endParaRPr lang="en-US"/>
        </a:p>
      </dgm:t>
    </dgm:pt>
    <dgm:pt modelId="{D89E576A-75AE-4E9A-AB8A-E1F6871ACE55}">
      <dgm:prSet/>
      <dgm:spPr/>
      <dgm:t>
        <a:bodyPr/>
        <a:lstStyle/>
        <a:p>
          <a:pPr>
            <a:lnSpc>
              <a:spcPct val="100000"/>
            </a:lnSpc>
            <a:defRPr cap="all"/>
          </a:pPr>
          <a:r>
            <a:rPr lang="en-US" b="1"/>
            <a:t>Appropriate Projects:</a:t>
          </a:r>
          <a:r>
            <a:rPr lang="en-US"/>
            <a:t> Business software, consumer web/mobile applications, and fast-moving startup products where requirements evolve rapidly.</a:t>
          </a:r>
        </a:p>
      </dgm:t>
    </dgm:pt>
    <dgm:pt modelId="{8AD65D50-5C60-4062-A34D-4DE6A0B02761}" type="parTrans" cxnId="{E3A1E3AA-9101-40E3-A05E-FB8F017F8250}">
      <dgm:prSet/>
      <dgm:spPr/>
      <dgm:t>
        <a:bodyPr/>
        <a:lstStyle/>
        <a:p>
          <a:endParaRPr lang="en-US"/>
        </a:p>
      </dgm:t>
    </dgm:pt>
    <dgm:pt modelId="{66D0E4B1-B3E2-42CD-9B87-1FD30D2A2F00}" type="sibTrans" cxnId="{E3A1E3AA-9101-40E3-A05E-FB8F017F8250}">
      <dgm:prSet/>
      <dgm:spPr/>
      <dgm:t>
        <a:bodyPr/>
        <a:lstStyle/>
        <a:p>
          <a:endParaRPr lang="en-US"/>
        </a:p>
      </dgm:t>
    </dgm:pt>
    <dgm:pt modelId="{F23A237B-D029-4FE1-B373-D73B110F683D}" type="pres">
      <dgm:prSet presAssocID="{859FDB95-E477-4FCF-AB67-E84727348304}" presName="root" presStyleCnt="0">
        <dgm:presLayoutVars>
          <dgm:dir/>
          <dgm:resizeHandles val="exact"/>
        </dgm:presLayoutVars>
      </dgm:prSet>
      <dgm:spPr/>
    </dgm:pt>
    <dgm:pt modelId="{16BABBE1-11FB-4105-B41D-1CBB2FF891A8}" type="pres">
      <dgm:prSet presAssocID="{A60CB822-4D90-4212-86B0-039173E959E5}" presName="compNode" presStyleCnt="0"/>
      <dgm:spPr/>
    </dgm:pt>
    <dgm:pt modelId="{52ACFCCE-4364-412F-9CEA-BAEB83CF1966}" type="pres">
      <dgm:prSet presAssocID="{A60CB822-4D90-4212-86B0-039173E959E5}" presName="iconBgRect" presStyleLbl="bgShp" presStyleIdx="0" presStyleCnt="4"/>
      <dgm:spPr/>
    </dgm:pt>
    <dgm:pt modelId="{004AE28D-E223-4B20-9173-9EE894D8ED85}" type="pres">
      <dgm:prSet presAssocID="{A60CB822-4D90-4212-86B0-039173E959E5}"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Repeat"/>
        </a:ext>
      </dgm:extLst>
    </dgm:pt>
    <dgm:pt modelId="{1901670A-B53A-4989-A926-9291073F51FA}" type="pres">
      <dgm:prSet presAssocID="{A60CB822-4D90-4212-86B0-039173E959E5}" presName="spaceRect" presStyleCnt="0"/>
      <dgm:spPr/>
    </dgm:pt>
    <dgm:pt modelId="{D240127C-1B7C-4DB1-802A-77E56B510ED1}" type="pres">
      <dgm:prSet presAssocID="{A60CB822-4D90-4212-86B0-039173E959E5}" presName="textRect" presStyleLbl="revTx" presStyleIdx="0" presStyleCnt="4">
        <dgm:presLayoutVars>
          <dgm:chMax val="1"/>
          <dgm:chPref val="1"/>
        </dgm:presLayoutVars>
      </dgm:prSet>
      <dgm:spPr/>
    </dgm:pt>
    <dgm:pt modelId="{5EF173D1-BD6E-4560-A01A-8E092F886158}" type="pres">
      <dgm:prSet presAssocID="{9AEE8B67-8F45-4237-9B3C-53E3C8FD0C7F}" presName="sibTrans" presStyleCnt="0"/>
      <dgm:spPr/>
    </dgm:pt>
    <dgm:pt modelId="{3B4C3774-1467-4545-A7FB-551D285E9DE2}" type="pres">
      <dgm:prSet presAssocID="{45A5CAA4-EB8B-4C1F-9B4C-1CEE2A8E0A2E}" presName="compNode" presStyleCnt="0"/>
      <dgm:spPr/>
    </dgm:pt>
    <dgm:pt modelId="{84EC3E43-0699-4B65-BF56-CC239400A430}" type="pres">
      <dgm:prSet presAssocID="{45A5CAA4-EB8B-4C1F-9B4C-1CEE2A8E0A2E}" presName="iconBgRect" presStyleLbl="bgShp" presStyleIdx="1" presStyleCnt="4"/>
      <dgm:spPr/>
    </dgm:pt>
    <dgm:pt modelId="{B9DA18CD-7C85-473D-A954-E175EBCFC303}" type="pres">
      <dgm:prSet presAssocID="{45A5CAA4-EB8B-4C1F-9B4C-1CEE2A8E0A2E}"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E21DDF49-399D-4FD0-9C33-122C3C3DEBF3}" type="pres">
      <dgm:prSet presAssocID="{45A5CAA4-EB8B-4C1F-9B4C-1CEE2A8E0A2E}" presName="spaceRect" presStyleCnt="0"/>
      <dgm:spPr/>
    </dgm:pt>
    <dgm:pt modelId="{46FC2E37-6ED2-40E0-9C6B-E5DDAE8C2546}" type="pres">
      <dgm:prSet presAssocID="{45A5CAA4-EB8B-4C1F-9B4C-1CEE2A8E0A2E}" presName="textRect" presStyleLbl="revTx" presStyleIdx="1" presStyleCnt="4">
        <dgm:presLayoutVars>
          <dgm:chMax val="1"/>
          <dgm:chPref val="1"/>
        </dgm:presLayoutVars>
      </dgm:prSet>
      <dgm:spPr/>
    </dgm:pt>
    <dgm:pt modelId="{C8279009-7E7A-4624-A49B-C3763EF11DFF}" type="pres">
      <dgm:prSet presAssocID="{286BCB64-8A87-4D76-A50F-6D979AF32BCA}" presName="sibTrans" presStyleCnt="0"/>
      <dgm:spPr/>
    </dgm:pt>
    <dgm:pt modelId="{47ACD614-C97F-445A-B308-38E4DC347A08}" type="pres">
      <dgm:prSet presAssocID="{78A988B1-7A77-4960-A924-B2C591B3C0E2}" presName="compNode" presStyleCnt="0"/>
      <dgm:spPr/>
    </dgm:pt>
    <dgm:pt modelId="{B0F14832-ED11-4D37-87BC-0BF598C8C9ED}" type="pres">
      <dgm:prSet presAssocID="{78A988B1-7A77-4960-A924-B2C591B3C0E2}" presName="iconBgRect" presStyleLbl="bgShp" presStyleIdx="2" presStyleCnt="4"/>
      <dgm:spPr/>
    </dgm:pt>
    <dgm:pt modelId="{0A7F3970-E3B6-480F-A185-EF84F0A48D8C}" type="pres">
      <dgm:prSet presAssocID="{78A988B1-7A77-4960-A924-B2C591B3C0E2}"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Workflow"/>
        </a:ext>
      </dgm:extLst>
    </dgm:pt>
    <dgm:pt modelId="{07827D80-CF42-451A-8689-82D54E541FB5}" type="pres">
      <dgm:prSet presAssocID="{78A988B1-7A77-4960-A924-B2C591B3C0E2}" presName="spaceRect" presStyleCnt="0"/>
      <dgm:spPr/>
    </dgm:pt>
    <dgm:pt modelId="{90E68919-07BD-4B1F-B4E1-B234D0B2CDFD}" type="pres">
      <dgm:prSet presAssocID="{78A988B1-7A77-4960-A924-B2C591B3C0E2}" presName="textRect" presStyleLbl="revTx" presStyleIdx="2" presStyleCnt="4">
        <dgm:presLayoutVars>
          <dgm:chMax val="1"/>
          <dgm:chPref val="1"/>
        </dgm:presLayoutVars>
      </dgm:prSet>
      <dgm:spPr/>
    </dgm:pt>
    <dgm:pt modelId="{4BA35C4F-B083-43DC-8F76-D05377E33A25}" type="pres">
      <dgm:prSet presAssocID="{4BE20EAD-B42B-4D5E-8C4B-97A8196A9FE8}" presName="sibTrans" presStyleCnt="0"/>
      <dgm:spPr/>
    </dgm:pt>
    <dgm:pt modelId="{713A79D1-F4A6-47FE-BB42-0B952FBC2FB9}" type="pres">
      <dgm:prSet presAssocID="{D89E576A-75AE-4E9A-AB8A-E1F6871ACE55}" presName="compNode" presStyleCnt="0"/>
      <dgm:spPr/>
    </dgm:pt>
    <dgm:pt modelId="{713BAD31-9420-42D0-9FE4-5E9122E54284}" type="pres">
      <dgm:prSet presAssocID="{D89E576A-75AE-4E9A-AB8A-E1F6871ACE55}" presName="iconBgRect" presStyleLbl="bgShp" presStyleIdx="3" presStyleCnt="4"/>
      <dgm:spPr/>
    </dgm:pt>
    <dgm:pt modelId="{EFC40ABD-CBCB-4859-B786-685ADB39D9F0}" type="pres">
      <dgm:prSet presAssocID="{D89E576A-75AE-4E9A-AB8A-E1F6871ACE55}"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cket"/>
        </a:ext>
      </dgm:extLst>
    </dgm:pt>
    <dgm:pt modelId="{720E2040-4411-489F-8CA1-B16391851984}" type="pres">
      <dgm:prSet presAssocID="{D89E576A-75AE-4E9A-AB8A-E1F6871ACE55}" presName="spaceRect" presStyleCnt="0"/>
      <dgm:spPr/>
    </dgm:pt>
    <dgm:pt modelId="{854A751A-0179-48F7-ABEB-08CCEAE16311}" type="pres">
      <dgm:prSet presAssocID="{D89E576A-75AE-4E9A-AB8A-E1F6871ACE55}" presName="textRect" presStyleLbl="revTx" presStyleIdx="3" presStyleCnt="4">
        <dgm:presLayoutVars>
          <dgm:chMax val="1"/>
          <dgm:chPref val="1"/>
        </dgm:presLayoutVars>
      </dgm:prSet>
      <dgm:spPr/>
    </dgm:pt>
  </dgm:ptLst>
  <dgm:cxnLst>
    <dgm:cxn modelId="{BEB2262E-359A-4CDC-803F-15D13B3368C9}" srcId="{859FDB95-E477-4FCF-AB67-E84727348304}" destId="{78A988B1-7A77-4960-A924-B2C591B3C0E2}" srcOrd="2" destOrd="0" parTransId="{6FA9DEFF-F358-4E2F-91FC-8F622BDDB73F}" sibTransId="{4BE20EAD-B42B-4D5E-8C4B-97A8196A9FE8}"/>
    <dgm:cxn modelId="{12CC865D-454B-44C7-91EB-48BEA3F1A13C}" type="presOf" srcId="{45A5CAA4-EB8B-4C1F-9B4C-1CEE2A8E0A2E}" destId="{46FC2E37-6ED2-40E0-9C6B-E5DDAE8C2546}" srcOrd="0" destOrd="0" presId="urn:microsoft.com/office/officeart/2018/5/layout/IconCircleLabelList"/>
    <dgm:cxn modelId="{CF1E436A-6FFC-417B-AD75-0D0B682C7F01}" type="presOf" srcId="{859FDB95-E477-4FCF-AB67-E84727348304}" destId="{F23A237B-D029-4FE1-B373-D73B110F683D}" srcOrd="0" destOrd="0" presId="urn:microsoft.com/office/officeart/2018/5/layout/IconCircleLabelList"/>
    <dgm:cxn modelId="{5042E352-ACE1-4573-A007-0D69F3D51C7A}" type="presOf" srcId="{D89E576A-75AE-4E9A-AB8A-E1F6871ACE55}" destId="{854A751A-0179-48F7-ABEB-08CCEAE16311}" srcOrd="0" destOrd="0" presId="urn:microsoft.com/office/officeart/2018/5/layout/IconCircleLabelList"/>
    <dgm:cxn modelId="{FE202C57-C8B6-4282-BF32-E6FB6B6B5919}" type="presOf" srcId="{78A988B1-7A77-4960-A924-B2C591B3C0E2}" destId="{90E68919-07BD-4B1F-B4E1-B234D0B2CDFD}" srcOrd="0" destOrd="0" presId="urn:microsoft.com/office/officeart/2018/5/layout/IconCircleLabelList"/>
    <dgm:cxn modelId="{3E245FA7-2ABA-49E4-99A3-7D7DE4DB89C0}" type="presOf" srcId="{A60CB822-4D90-4212-86B0-039173E959E5}" destId="{D240127C-1B7C-4DB1-802A-77E56B510ED1}" srcOrd="0" destOrd="0" presId="urn:microsoft.com/office/officeart/2018/5/layout/IconCircleLabelList"/>
    <dgm:cxn modelId="{E3A1E3AA-9101-40E3-A05E-FB8F017F8250}" srcId="{859FDB95-E477-4FCF-AB67-E84727348304}" destId="{D89E576A-75AE-4E9A-AB8A-E1F6871ACE55}" srcOrd="3" destOrd="0" parTransId="{8AD65D50-5C60-4062-A34D-4DE6A0B02761}" sibTransId="{66D0E4B1-B3E2-42CD-9B87-1FD30D2A2F00}"/>
    <dgm:cxn modelId="{F2C5D0C4-D554-41F6-A179-474F9D8B68C8}" srcId="{859FDB95-E477-4FCF-AB67-E84727348304}" destId="{A60CB822-4D90-4212-86B0-039173E959E5}" srcOrd="0" destOrd="0" parTransId="{1BC3996C-C8BF-46DA-9385-E7EBE0343433}" sibTransId="{9AEE8B67-8F45-4237-9B3C-53E3C8FD0C7F}"/>
    <dgm:cxn modelId="{B0660FF3-7C0D-408E-914A-2653BB19A2F0}" srcId="{859FDB95-E477-4FCF-AB67-E84727348304}" destId="{45A5CAA4-EB8B-4C1F-9B4C-1CEE2A8E0A2E}" srcOrd="1" destOrd="0" parTransId="{85B9D64B-B8AF-4A4E-AC4E-A32C5F4ED111}" sibTransId="{286BCB64-8A87-4D76-A50F-6D979AF32BCA}"/>
    <dgm:cxn modelId="{1B1471C9-2C61-4566-BCD9-4F65BD95B705}" type="presParOf" srcId="{F23A237B-D029-4FE1-B373-D73B110F683D}" destId="{16BABBE1-11FB-4105-B41D-1CBB2FF891A8}" srcOrd="0" destOrd="0" presId="urn:microsoft.com/office/officeart/2018/5/layout/IconCircleLabelList"/>
    <dgm:cxn modelId="{A15C7197-5A77-4FA8-9C15-FE7DE8B514AC}" type="presParOf" srcId="{16BABBE1-11FB-4105-B41D-1CBB2FF891A8}" destId="{52ACFCCE-4364-412F-9CEA-BAEB83CF1966}" srcOrd="0" destOrd="0" presId="urn:microsoft.com/office/officeart/2018/5/layout/IconCircleLabelList"/>
    <dgm:cxn modelId="{32FAECB8-EFAE-4DE2-97D0-A77D33E0BA09}" type="presParOf" srcId="{16BABBE1-11FB-4105-B41D-1CBB2FF891A8}" destId="{004AE28D-E223-4B20-9173-9EE894D8ED85}" srcOrd="1" destOrd="0" presId="urn:microsoft.com/office/officeart/2018/5/layout/IconCircleLabelList"/>
    <dgm:cxn modelId="{A25A2814-DD33-473A-BE24-E64786E08D08}" type="presParOf" srcId="{16BABBE1-11FB-4105-B41D-1CBB2FF891A8}" destId="{1901670A-B53A-4989-A926-9291073F51FA}" srcOrd="2" destOrd="0" presId="urn:microsoft.com/office/officeart/2018/5/layout/IconCircleLabelList"/>
    <dgm:cxn modelId="{65E40526-4088-4147-980A-BCF566CB6591}" type="presParOf" srcId="{16BABBE1-11FB-4105-B41D-1CBB2FF891A8}" destId="{D240127C-1B7C-4DB1-802A-77E56B510ED1}" srcOrd="3" destOrd="0" presId="urn:microsoft.com/office/officeart/2018/5/layout/IconCircleLabelList"/>
    <dgm:cxn modelId="{78AA9FC4-C906-4B92-A8C3-7597BE9C3D0B}" type="presParOf" srcId="{F23A237B-D029-4FE1-B373-D73B110F683D}" destId="{5EF173D1-BD6E-4560-A01A-8E092F886158}" srcOrd="1" destOrd="0" presId="urn:microsoft.com/office/officeart/2018/5/layout/IconCircleLabelList"/>
    <dgm:cxn modelId="{5BBC7646-86CF-493D-BB35-D4962956DAB7}" type="presParOf" srcId="{F23A237B-D029-4FE1-B373-D73B110F683D}" destId="{3B4C3774-1467-4545-A7FB-551D285E9DE2}" srcOrd="2" destOrd="0" presId="urn:microsoft.com/office/officeart/2018/5/layout/IconCircleLabelList"/>
    <dgm:cxn modelId="{36A083B2-07CC-4FBD-8AAE-26E76768B221}" type="presParOf" srcId="{3B4C3774-1467-4545-A7FB-551D285E9DE2}" destId="{84EC3E43-0699-4B65-BF56-CC239400A430}" srcOrd="0" destOrd="0" presId="urn:microsoft.com/office/officeart/2018/5/layout/IconCircleLabelList"/>
    <dgm:cxn modelId="{B038ECD0-D8A8-4577-81A2-803D1A2FB50F}" type="presParOf" srcId="{3B4C3774-1467-4545-A7FB-551D285E9DE2}" destId="{B9DA18CD-7C85-473D-A954-E175EBCFC303}" srcOrd="1" destOrd="0" presId="urn:microsoft.com/office/officeart/2018/5/layout/IconCircleLabelList"/>
    <dgm:cxn modelId="{1D876928-0728-47C4-AB94-2AFBA5F53526}" type="presParOf" srcId="{3B4C3774-1467-4545-A7FB-551D285E9DE2}" destId="{E21DDF49-399D-4FD0-9C33-122C3C3DEBF3}" srcOrd="2" destOrd="0" presId="urn:microsoft.com/office/officeart/2018/5/layout/IconCircleLabelList"/>
    <dgm:cxn modelId="{A8DF065B-E8D1-4001-944E-6F2BB6AEAA8E}" type="presParOf" srcId="{3B4C3774-1467-4545-A7FB-551D285E9DE2}" destId="{46FC2E37-6ED2-40E0-9C6B-E5DDAE8C2546}" srcOrd="3" destOrd="0" presId="urn:microsoft.com/office/officeart/2018/5/layout/IconCircleLabelList"/>
    <dgm:cxn modelId="{3789CA4E-2936-41C8-9266-AE85ED1736A7}" type="presParOf" srcId="{F23A237B-D029-4FE1-B373-D73B110F683D}" destId="{C8279009-7E7A-4624-A49B-C3763EF11DFF}" srcOrd="3" destOrd="0" presId="urn:microsoft.com/office/officeart/2018/5/layout/IconCircleLabelList"/>
    <dgm:cxn modelId="{4B882C01-498A-47D5-87B7-7C6A1C2F6BF2}" type="presParOf" srcId="{F23A237B-D029-4FE1-B373-D73B110F683D}" destId="{47ACD614-C97F-445A-B308-38E4DC347A08}" srcOrd="4" destOrd="0" presId="urn:microsoft.com/office/officeart/2018/5/layout/IconCircleLabelList"/>
    <dgm:cxn modelId="{21487CEB-1C48-485E-865F-C520900396A7}" type="presParOf" srcId="{47ACD614-C97F-445A-B308-38E4DC347A08}" destId="{B0F14832-ED11-4D37-87BC-0BF598C8C9ED}" srcOrd="0" destOrd="0" presId="urn:microsoft.com/office/officeart/2018/5/layout/IconCircleLabelList"/>
    <dgm:cxn modelId="{6018B231-E7DA-4E20-9BE1-606BDD94B469}" type="presParOf" srcId="{47ACD614-C97F-445A-B308-38E4DC347A08}" destId="{0A7F3970-E3B6-480F-A185-EF84F0A48D8C}" srcOrd="1" destOrd="0" presId="urn:microsoft.com/office/officeart/2018/5/layout/IconCircleLabelList"/>
    <dgm:cxn modelId="{BD141A98-B1BF-4444-A7DC-DFFD6076AF66}" type="presParOf" srcId="{47ACD614-C97F-445A-B308-38E4DC347A08}" destId="{07827D80-CF42-451A-8689-82D54E541FB5}" srcOrd="2" destOrd="0" presId="urn:microsoft.com/office/officeart/2018/5/layout/IconCircleLabelList"/>
    <dgm:cxn modelId="{78E01C17-00BF-4544-A7E3-3189E677A438}" type="presParOf" srcId="{47ACD614-C97F-445A-B308-38E4DC347A08}" destId="{90E68919-07BD-4B1F-B4E1-B234D0B2CDFD}" srcOrd="3" destOrd="0" presId="urn:microsoft.com/office/officeart/2018/5/layout/IconCircleLabelList"/>
    <dgm:cxn modelId="{387C1FC8-FA80-4519-A5E0-207F86774317}" type="presParOf" srcId="{F23A237B-D029-4FE1-B373-D73B110F683D}" destId="{4BA35C4F-B083-43DC-8F76-D05377E33A25}" srcOrd="5" destOrd="0" presId="urn:microsoft.com/office/officeart/2018/5/layout/IconCircleLabelList"/>
    <dgm:cxn modelId="{75ABBD33-5876-456A-989E-CDFD0FC2EBFC}" type="presParOf" srcId="{F23A237B-D029-4FE1-B373-D73B110F683D}" destId="{713A79D1-F4A6-47FE-BB42-0B952FBC2FB9}" srcOrd="6" destOrd="0" presId="urn:microsoft.com/office/officeart/2018/5/layout/IconCircleLabelList"/>
    <dgm:cxn modelId="{C3AA85A7-8024-4C6F-85D7-82BFD413C7CC}" type="presParOf" srcId="{713A79D1-F4A6-47FE-BB42-0B952FBC2FB9}" destId="{713BAD31-9420-42D0-9FE4-5E9122E54284}" srcOrd="0" destOrd="0" presId="urn:microsoft.com/office/officeart/2018/5/layout/IconCircleLabelList"/>
    <dgm:cxn modelId="{0D067875-3152-46B4-A7B7-CC659B931611}" type="presParOf" srcId="{713A79D1-F4A6-47FE-BB42-0B952FBC2FB9}" destId="{EFC40ABD-CBCB-4859-B786-685ADB39D9F0}" srcOrd="1" destOrd="0" presId="urn:microsoft.com/office/officeart/2018/5/layout/IconCircleLabelList"/>
    <dgm:cxn modelId="{5334B43C-829C-4380-83E3-F9A0714571F8}" type="presParOf" srcId="{713A79D1-F4A6-47FE-BB42-0B952FBC2FB9}" destId="{720E2040-4411-489F-8CA1-B16391851984}" srcOrd="2" destOrd="0" presId="urn:microsoft.com/office/officeart/2018/5/layout/IconCircleLabelList"/>
    <dgm:cxn modelId="{5A1CAC7A-82A8-4997-A9B4-6DAE33D3DF26}" type="presParOf" srcId="{713A79D1-F4A6-47FE-BB42-0B952FBC2FB9}" destId="{854A751A-0179-48F7-ABEB-08CCEAE16311}"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CD8B1F-1A2D-42B1-8695-E32D5B16DD79}"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7EB1CE63-E69F-4052-BE95-5985C0160E5A}">
      <dgm:prSet/>
      <dgm:spPr/>
      <dgm:t>
        <a:bodyPr/>
        <a:lstStyle/>
        <a:p>
          <a:pPr>
            <a:lnSpc>
              <a:spcPct val="100000"/>
            </a:lnSpc>
            <a:defRPr cap="all"/>
          </a:pPr>
          <a:r>
            <a:rPr lang="en-US" b="1"/>
            <a:t>3. Integration and Configuration (Component-Based Reuse)</a:t>
          </a:r>
          <a:endParaRPr lang="en-US"/>
        </a:p>
      </dgm:t>
    </dgm:pt>
    <dgm:pt modelId="{62B5A922-A8A2-490A-A736-1DF15502427E}" type="parTrans" cxnId="{2532DF22-9027-41A6-BC5F-F7B368B3E0B7}">
      <dgm:prSet/>
      <dgm:spPr/>
      <dgm:t>
        <a:bodyPr/>
        <a:lstStyle/>
        <a:p>
          <a:endParaRPr lang="en-US"/>
        </a:p>
      </dgm:t>
    </dgm:pt>
    <dgm:pt modelId="{4F30D270-01AF-4863-9D03-ED6488D43131}" type="sibTrans" cxnId="{2532DF22-9027-41A6-BC5F-F7B368B3E0B7}">
      <dgm:prSet/>
      <dgm:spPr/>
      <dgm:t>
        <a:bodyPr/>
        <a:lstStyle/>
        <a:p>
          <a:pPr>
            <a:lnSpc>
              <a:spcPct val="100000"/>
            </a:lnSpc>
          </a:pPr>
          <a:endParaRPr lang="en-US"/>
        </a:p>
      </dgm:t>
    </dgm:pt>
    <dgm:pt modelId="{8D1F3AF2-0F9A-4A9D-94E7-97F0EDECF980}">
      <dgm:prSet/>
      <dgm:spPr/>
      <dgm:t>
        <a:bodyPr/>
        <a:lstStyle/>
        <a:p>
          <a:pPr>
            <a:lnSpc>
              <a:spcPct val="100000"/>
            </a:lnSpc>
            <a:defRPr cap="all"/>
          </a:pPr>
          <a:r>
            <a:rPr lang="en-US" b="1"/>
            <a:t>Basic Idea:</a:t>
          </a:r>
          <a:r>
            <a:rPr lang="en-US"/>
            <a:t> Development focuses on assembling and configuring pre-existing software components, commercial off-the-shelf (COTS) software, cloud microservices, or frameworks rather than building from scratch.</a:t>
          </a:r>
        </a:p>
      </dgm:t>
    </dgm:pt>
    <dgm:pt modelId="{96B7DF9A-AD03-45B0-AF25-04FB5841C6E8}" type="parTrans" cxnId="{E9C3F3F7-DA11-445B-821D-69A3246D748E}">
      <dgm:prSet/>
      <dgm:spPr/>
      <dgm:t>
        <a:bodyPr/>
        <a:lstStyle/>
        <a:p>
          <a:endParaRPr lang="en-US"/>
        </a:p>
      </dgm:t>
    </dgm:pt>
    <dgm:pt modelId="{B38F52BF-D212-41CC-AA9B-7E93FA4AE536}" type="sibTrans" cxnId="{E9C3F3F7-DA11-445B-821D-69A3246D748E}">
      <dgm:prSet/>
      <dgm:spPr/>
      <dgm:t>
        <a:bodyPr/>
        <a:lstStyle/>
        <a:p>
          <a:pPr>
            <a:lnSpc>
              <a:spcPct val="100000"/>
            </a:lnSpc>
          </a:pPr>
          <a:endParaRPr lang="en-US"/>
        </a:p>
      </dgm:t>
    </dgm:pt>
    <dgm:pt modelId="{A3BD969C-93AA-4161-958C-C3D31925E751}">
      <dgm:prSet/>
      <dgm:spPr/>
      <dgm:t>
        <a:bodyPr/>
        <a:lstStyle/>
        <a:p>
          <a:pPr>
            <a:lnSpc>
              <a:spcPct val="100000"/>
            </a:lnSpc>
            <a:defRPr cap="all"/>
          </a:pPr>
          <a:r>
            <a:rPr lang="en-US" b="1"/>
            <a:t>Work Progression:</a:t>
          </a:r>
          <a:r>
            <a:rPr lang="en-US"/>
            <a:t> Starts with identifying available software components, refining requirements to match component capabilities, configuring the parameters, and integrating them into the system architecture.</a:t>
          </a:r>
        </a:p>
      </dgm:t>
    </dgm:pt>
    <dgm:pt modelId="{73FD3660-E433-4B3B-AB65-41614A0B0EC4}" type="parTrans" cxnId="{12973D00-B886-4FA1-8BE5-62B7519E91E8}">
      <dgm:prSet/>
      <dgm:spPr/>
      <dgm:t>
        <a:bodyPr/>
        <a:lstStyle/>
        <a:p>
          <a:endParaRPr lang="en-US"/>
        </a:p>
      </dgm:t>
    </dgm:pt>
    <dgm:pt modelId="{AD7381B0-0A8A-4982-9A08-5777B23D4296}" type="sibTrans" cxnId="{12973D00-B886-4FA1-8BE5-62B7519E91E8}">
      <dgm:prSet/>
      <dgm:spPr/>
      <dgm:t>
        <a:bodyPr/>
        <a:lstStyle/>
        <a:p>
          <a:pPr>
            <a:lnSpc>
              <a:spcPct val="100000"/>
            </a:lnSpc>
          </a:pPr>
          <a:endParaRPr lang="en-US"/>
        </a:p>
      </dgm:t>
    </dgm:pt>
    <dgm:pt modelId="{FA4C7C26-C73E-4615-B03B-5B26C7537FCF}">
      <dgm:prSet/>
      <dgm:spPr/>
      <dgm:t>
        <a:bodyPr/>
        <a:lstStyle/>
        <a:p>
          <a:pPr>
            <a:lnSpc>
              <a:spcPct val="100000"/>
            </a:lnSpc>
            <a:defRPr cap="all"/>
          </a:pPr>
          <a:r>
            <a:rPr lang="en-US" b="1"/>
            <a:t>Appropriate Projects:</a:t>
          </a:r>
          <a:r>
            <a:rPr lang="en-US"/>
            <a:t> Enterprise resource planning (ERP) systems, e-commerce stores, and web services that leverage standardized third-party APIs.</a:t>
          </a:r>
        </a:p>
      </dgm:t>
    </dgm:pt>
    <dgm:pt modelId="{4614B54B-4983-4152-828A-79637A6A06BA}" type="parTrans" cxnId="{44897DE2-CF40-474D-A272-0EB911FD37F4}">
      <dgm:prSet/>
      <dgm:spPr/>
      <dgm:t>
        <a:bodyPr/>
        <a:lstStyle/>
        <a:p>
          <a:endParaRPr lang="en-US"/>
        </a:p>
      </dgm:t>
    </dgm:pt>
    <dgm:pt modelId="{9A4742A4-B0CC-4D24-8C5D-8CBD15CECD54}" type="sibTrans" cxnId="{44897DE2-CF40-474D-A272-0EB911FD37F4}">
      <dgm:prSet/>
      <dgm:spPr/>
      <dgm:t>
        <a:bodyPr/>
        <a:lstStyle/>
        <a:p>
          <a:endParaRPr lang="en-US"/>
        </a:p>
      </dgm:t>
    </dgm:pt>
    <dgm:pt modelId="{940F7F2B-AF9F-4720-B3CD-6660D0230B3A}" type="pres">
      <dgm:prSet presAssocID="{B1CD8B1F-1A2D-42B1-8695-E32D5B16DD79}" presName="root" presStyleCnt="0">
        <dgm:presLayoutVars>
          <dgm:dir/>
          <dgm:resizeHandles val="exact"/>
        </dgm:presLayoutVars>
      </dgm:prSet>
      <dgm:spPr/>
    </dgm:pt>
    <dgm:pt modelId="{D44458CE-A254-4BE0-9880-D7E96196FEB6}" type="pres">
      <dgm:prSet presAssocID="{7EB1CE63-E69F-4052-BE95-5985C0160E5A}" presName="compNode" presStyleCnt="0"/>
      <dgm:spPr/>
    </dgm:pt>
    <dgm:pt modelId="{35779CDF-3501-4D3A-A3BB-FB7E8E307B61}" type="pres">
      <dgm:prSet presAssocID="{7EB1CE63-E69F-4052-BE95-5985C0160E5A}" presName="iconBgRect" presStyleLbl="bgShp" presStyleIdx="0" presStyleCnt="4"/>
      <dgm:spPr/>
    </dgm:pt>
    <dgm:pt modelId="{67DCA2AB-D746-4E31-AC76-77F44D98E541}" type="pres">
      <dgm:prSet presAssocID="{7EB1CE63-E69F-4052-BE95-5985C0160E5A}"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Gears"/>
        </a:ext>
      </dgm:extLst>
    </dgm:pt>
    <dgm:pt modelId="{B185EBA5-8B8F-45C0-843B-2BAFCAB67844}" type="pres">
      <dgm:prSet presAssocID="{7EB1CE63-E69F-4052-BE95-5985C0160E5A}" presName="spaceRect" presStyleCnt="0"/>
      <dgm:spPr/>
    </dgm:pt>
    <dgm:pt modelId="{A166BE8E-0226-45C4-8C36-09403D1136FE}" type="pres">
      <dgm:prSet presAssocID="{7EB1CE63-E69F-4052-BE95-5985C0160E5A}" presName="textRect" presStyleLbl="revTx" presStyleIdx="0" presStyleCnt="4">
        <dgm:presLayoutVars>
          <dgm:chMax val="1"/>
          <dgm:chPref val="1"/>
        </dgm:presLayoutVars>
      </dgm:prSet>
      <dgm:spPr/>
    </dgm:pt>
    <dgm:pt modelId="{86C52B48-B77A-4C04-A47F-9BAF8F6778F5}" type="pres">
      <dgm:prSet presAssocID="{4F30D270-01AF-4863-9D03-ED6488D43131}" presName="sibTrans" presStyleCnt="0"/>
      <dgm:spPr/>
    </dgm:pt>
    <dgm:pt modelId="{FC95F96E-6FF3-4CAC-9DF5-B8D8E6269FB9}" type="pres">
      <dgm:prSet presAssocID="{8D1F3AF2-0F9A-4A9D-94E7-97F0EDECF980}" presName="compNode" presStyleCnt="0"/>
      <dgm:spPr/>
    </dgm:pt>
    <dgm:pt modelId="{3F1D7BA8-8C15-4DE4-B130-2E43F69DC006}" type="pres">
      <dgm:prSet presAssocID="{8D1F3AF2-0F9A-4A9D-94E7-97F0EDECF980}" presName="iconBgRect" presStyleLbl="bgShp" presStyleIdx="1" presStyleCnt="4"/>
      <dgm:spPr/>
    </dgm:pt>
    <dgm:pt modelId="{7C2EF5E4-8452-4918-B677-3D525A1EA839}" type="pres">
      <dgm:prSet presAssocID="{8D1F3AF2-0F9A-4A9D-94E7-97F0EDECF980}"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FAF88F21-D9EA-4309-BD7D-1B5505F553C6}" type="pres">
      <dgm:prSet presAssocID="{8D1F3AF2-0F9A-4A9D-94E7-97F0EDECF980}" presName="spaceRect" presStyleCnt="0"/>
      <dgm:spPr/>
    </dgm:pt>
    <dgm:pt modelId="{1F797A18-1BE5-4EF4-9920-B48DD077F04A}" type="pres">
      <dgm:prSet presAssocID="{8D1F3AF2-0F9A-4A9D-94E7-97F0EDECF980}" presName="textRect" presStyleLbl="revTx" presStyleIdx="1" presStyleCnt="4">
        <dgm:presLayoutVars>
          <dgm:chMax val="1"/>
          <dgm:chPref val="1"/>
        </dgm:presLayoutVars>
      </dgm:prSet>
      <dgm:spPr/>
    </dgm:pt>
    <dgm:pt modelId="{2EE8E716-4DBC-419B-82FA-2A69373FAED3}" type="pres">
      <dgm:prSet presAssocID="{B38F52BF-D212-41CC-AA9B-7E93FA4AE536}" presName="sibTrans" presStyleCnt="0"/>
      <dgm:spPr/>
    </dgm:pt>
    <dgm:pt modelId="{405C26E0-5987-49E9-B77C-02CE83BA463A}" type="pres">
      <dgm:prSet presAssocID="{A3BD969C-93AA-4161-958C-C3D31925E751}" presName="compNode" presStyleCnt="0"/>
      <dgm:spPr/>
    </dgm:pt>
    <dgm:pt modelId="{4531D129-23FC-4154-ADE7-7FCCCF9E9898}" type="pres">
      <dgm:prSet presAssocID="{A3BD969C-93AA-4161-958C-C3D31925E751}" presName="iconBgRect" presStyleLbl="bgShp" presStyleIdx="2" presStyleCnt="4"/>
      <dgm:spPr/>
    </dgm:pt>
    <dgm:pt modelId="{E0CAED5D-8B6C-4526-AC86-443795B5901D}" type="pres">
      <dgm:prSet presAssocID="{A3BD969C-93AA-4161-958C-C3D31925E751}"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ingle gear"/>
        </a:ext>
      </dgm:extLst>
    </dgm:pt>
    <dgm:pt modelId="{02C2DF47-8D67-4C58-99DD-518E96898CEB}" type="pres">
      <dgm:prSet presAssocID="{A3BD969C-93AA-4161-958C-C3D31925E751}" presName="spaceRect" presStyleCnt="0"/>
      <dgm:spPr/>
    </dgm:pt>
    <dgm:pt modelId="{BCDB98EC-CD88-492F-BCA2-F08B620FBBA1}" type="pres">
      <dgm:prSet presAssocID="{A3BD969C-93AA-4161-958C-C3D31925E751}" presName="textRect" presStyleLbl="revTx" presStyleIdx="2" presStyleCnt="4">
        <dgm:presLayoutVars>
          <dgm:chMax val="1"/>
          <dgm:chPref val="1"/>
        </dgm:presLayoutVars>
      </dgm:prSet>
      <dgm:spPr/>
    </dgm:pt>
    <dgm:pt modelId="{042DBB98-A00B-434C-B39E-56712EA07760}" type="pres">
      <dgm:prSet presAssocID="{AD7381B0-0A8A-4982-9A08-5777B23D4296}" presName="sibTrans" presStyleCnt="0"/>
      <dgm:spPr/>
    </dgm:pt>
    <dgm:pt modelId="{0A5A3238-87CC-4359-8462-C74553A37985}" type="pres">
      <dgm:prSet presAssocID="{FA4C7C26-C73E-4615-B03B-5B26C7537FCF}" presName="compNode" presStyleCnt="0"/>
      <dgm:spPr/>
    </dgm:pt>
    <dgm:pt modelId="{74C1CD96-7659-40EE-BE03-8A09D22EB6BD}" type="pres">
      <dgm:prSet presAssocID="{FA4C7C26-C73E-4615-B03B-5B26C7537FCF}" presName="iconBgRect" presStyleLbl="bgShp" presStyleIdx="3" presStyleCnt="4"/>
      <dgm:spPr/>
    </dgm:pt>
    <dgm:pt modelId="{D48AA791-55E5-4E15-A729-2D2C938403BB}" type="pres">
      <dgm:prSet presAssocID="{FA4C7C26-C73E-4615-B03B-5B26C7537FCF}"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loud Computing"/>
        </a:ext>
      </dgm:extLst>
    </dgm:pt>
    <dgm:pt modelId="{70CAC557-DD7B-483B-A953-4EEAF3A63FE6}" type="pres">
      <dgm:prSet presAssocID="{FA4C7C26-C73E-4615-B03B-5B26C7537FCF}" presName="spaceRect" presStyleCnt="0"/>
      <dgm:spPr/>
    </dgm:pt>
    <dgm:pt modelId="{33185176-AD97-48F8-85EB-78C203342740}" type="pres">
      <dgm:prSet presAssocID="{FA4C7C26-C73E-4615-B03B-5B26C7537FCF}" presName="textRect" presStyleLbl="revTx" presStyleIdx="3" presStyleCnt="4">
        <dgm:presLayoutVars>
          <dgm:chMax val="1"/>
          <dgm:chPref val="1"/>
        </dgm:presLayoutVars>
      </dgm:prSet>
      <dgm:spPr/>
    </dgm:pt>
  </dgm:ptLst>
  <dgm:cxnLst>
    <dgm:cxn modelId="{12973D00-B886-4FA1-8BE5-62B7519E91E8}" srcId="{B1CD8B1F-1A2D-42B1-8695-E32D5B16DD79}" destId="{A3BD969C-93AA-4161-958C-C3D31925E751}" srcOrd="2" destOrd="0" parTransId="{73FD3660-E433-4B3B-AB65-41614A0B0EC4}" sibTransId="{AD7381B0-0A8A-4982-9A08-5777B23D4296}"/>
    <dgm:cxn modelId="{2532DF22-9027-41A6-BC5F-F7B368B3E0B7}" srcId="{B1CD8B1F-1A2D-42B1-8695-E32D5B16DD79}" destId="{7EB1CE63-E69F-4052-BE95-5985C0160E5A}" srcOrd="0" destOrd="0" parTransId="{62B5A922-A8A2-490A-A736-1DF15502427E}" sibTransId="{4F30D270-01AF-4863-9D03-ED6488D43131}"/>
    <dgm:cxn modelId="{E66F0B37-2032-4695-BF1A-0C9375BAF349}" type="presOf" srcId="{FA4C7C26-C73E-4615-B03B-5B26C7537FCF}" destId="{33185176-AD97-48F8-85EB-78C203342740}" srcOrd="0" destOrd="0" presId="urn:microsoft.com/office/officeart/2018/5/layout/IconCircleLabelList"/>
    <dgm:cxn modelId="{AC403870-9B8F-4B03-BFAD-81590CFA44F4}" type="presOf" srcId="{A3BD969C-93AA-4161-958C-C3D31925E751}" destId="{BCDB98EC-CD88-492F-BCA2-F08B620FBBA1}" srcOrd="0" destOrd="0" presId="urn:microsoft.com/office/officeart/2018/5/layout/IconCircleLabelList"/>
    <dgm:cxn modelId="{8580A989-103C-4E38-879C-D4B1BE32DFA1}" type="presOf" srcId="{8D1F3AF2-0F9A-4A9D-94E7-97F0EDECF980}" destId="{1F797A18-1BE5-4EF4-9920-B48DD077F04A}" srcOrd="0" destOrd="0" presId="urn:microsoft.com/office/officeart/2018/5/layout/IconCircleLabelList"/>
    <dgm:cxn modelId="{8AA88B9D-5BA1-4DC2-AB7E-E5C0D5419C15}" type="presOf" srcId="{7EB1CE63-E69F-4052-BE95-5985C0160E5A}" destId="{A166BE8E-0226-45C4-8C36-09403D1136FE}" srcOrd="0" destOrd="0" presId="urn:microsoft.com/office/officeart/2018/5/layout/IconCircleLabelList"/>
    <dgm:cxn modelId="{44897DE2-CF40-474D-A272-0EB911FD37F4}" srcId="{B1CD8B1F-1A2D-42B1-8695-E32D5B16DD79}" destId="{FA4C7C26-C73E-4615-B03B-5B26C7537FCF}" srcOrd="3" destOrd="0" parTransId="{4614B54B-4983-4152-828A-79637A6A06BA}" sibTransId="{9A4742A4-B0CC-4D24-8C5D-8CBD15CECD54}"/>
    <dgm:cxn modelId="{348FDEE7-D31B-4E04-86CA-7FE48DC37D68}" type="presOf" srcId="{B1CD8B1F-1A2D-42B1-8695-E32D5B16DD79}" destId="{940F7F2B-AF9F-4720-B3CD-6660D0230B3A}" srcOrd="0" destOrd="0" presId="urn:microsoft.com/office/officeart/2018/5/layout/IconCircleLabelList"/>
    <dgm:cxn modelId="{E9C3F3F7-DA11-445B-821D-69A3246D748E}" srcId="{B1CD8B1F-1A2D-42B1-8695-E32D5B16DD79}" destId="{8D1F3AF2-0F9A-4A9D-94E7-97F0EDECF980}" srcOrd="1" destOrd="0" parTransId="{96B7DF9A-AD03-45B0-AF25-04FB5841C6E8}" sibTransId="{B38F52BF-D212-41CC-AA9B-7E93FA4AE536}"/>
    <dgm:cxn modelId="{784D6732-504B-49B4-9B8D-8A3A3FFEA4A3}" type="presParOf" srcId="{940F7F2B-AF9F-4720-B3CD-6660D0230B3A}" destId="{D44458CE-A254-4BE0-9880-D7E96196FEB6}" srcOrd="0" destOrd="0" presId="urn:microsoft.com/office/officeart/2018/5/layout/IconCircleLabelList"/>
    <dgm:cxn modelId="{4C011B1D-46B3-44F5-ADE9-807AB9B683BB}" type="presParOf" srcId="{D44458CE-A254-4BE0-9880-D7E96196FEB6}" destId="{35779CDF-3501-4D3A-A3BB-FB7E8E307B61}" srcOrd="0" destOrd="0" presId="urn:microsoft.com/office/officeart/2018/5/layout/IconCircleLabelList"/>
    <dgm:cxn modelId="{69CF9549-52EF-46A4-97EA-33F036BA3957}" type="presParOf" srcId="{D44458CE-A254-4BE0-9880-D7E96196FEB6}" destId="{67DCA2AB-D746-4E31-AC76-77F44D98E541}" srcOrd="1" destOrd="0" presId="urn:microsoft.com/office/officeart/2018/5/layout/IconCircleLabelList"/>
    <dgm:cxn modelId="{BA2B74EC-791D-4099-ACF5-22499AC402F9}" type="presParOf" srcId="{D44458CE-A254-4BE0-9880-D7E96196FEB6}" destId="{B185EBA5-8B8F-45C0-843B-2BAFCAB67844}" srcOrd="2" destOrd="0" presId="urn:microsoft.com/office/officeart/2018/5/layout/IconCircleLabelList"/>
    <dgm:cxn modelId="{94390281-35F4-4105-9C34-3C680E8E4ED6}" type="presParOf" srcId="{D44458CE-A254-4BE0-9880-D7E96196FEB6}" destId="{A166BE8E-0226-45C4-8C36-09403D1136FE}" srcOrd="3" destOrd="0" presId="urn:microsoft.com/office/officeart/2018/5/layout/IconCircleLabelList"/>
    <dgm:cxn modelId="{867BDD6C-156D-487B-A6C2-D11440B57223}" type="presParOf" srcId="{940F7F2B-AF9F-4720-B3CD-6660D0230B3A}" destId="{86C52B48-B77A-4C04-A47F-9BAF8F6778F5}" srcOrd="1" destOrd="0" presId="urn:microsoft.com/office/officeart/2018/5/layout/IconCircleLabelList"/>
    <dgm:cxn modelId="{9F7356E3-1630-4D2A-BA16-FF4E3BC835C0}" type="presParOf" srcId="{940F7F2B-AF9F-4720-B3CD-6660D0230B3A}" destId="{FC95F96E-6FF3-4CAC-9DF5-B8D8E6269FB9}" srcOrd="2" destOrd="0" presId="urn:microsoft.com/office/officeart/2018/5/layout/IconCircleLabelList"/>
    <dgm:cxn modelId="{4757E6B6-3A78-475C-9F15-D65A3561C17A}" type="presParOf" srcId="{FC95F96E-6FF3-4CAC-9DF5-B8D8E6269FB9}" destId="{3F1D7BA8-8C15-4DE4-B130-2E43F69DC006}" srcOrd="0" destOrd="0" presId="urn:microsoft.com/office/officeart/2018/5/layout/IconCircleLabelList"/>
    <dgm:cxn modelId="{79A879D6-5B14-4895-B977-9E7313DFF574}" type="presParOf" srcId="{FC95F96E-6FF3-4CAC-9DF5-B8D8E6269FB9}" destId="{7C2EF5E4-8452-4918-B677-3D525A1EA839}" srcOrd="1" destOrd="0" presId="urn:microsoft.com/office/officeart/2018/5/layout/IconCircleLabelList"/>
    <dgm:cxn modelId="{24547047-C71A-4BBD-876A-70EE68A0D577}" type="presParOf" srcId="{FC95F96E-6FF3-4CAC-9DF5-B8D8E6269FB9}" destId="{FAF88F21-D9EA-4309-BD7D-1B5505F553C6}" srcOrd="2" destOrd="0" presId="urn:microsoft.com/office/officeart/2018/5/layout/IconCircleLabelList"/>
    <dgm:cxn modelId="{CB93A922-8B87-4D2C-BD85-B15A74D9FA71}" type="presParOf" srcId="{FC95F96E-6FF3-4CAC-9DF5-B8D8E6269FB9}" destId="{1F797A18-1BE5-4EF4-9920-B48DD077F04A}" srcOrd="3" destOrd="0" presId="urn:microsoft.com/office/officeart/2018/5/layout/IconCircleLabelList"/>
    <dgm:cxn modelId="{A8672A17-C63C-40CA-9FAC-F11A7DD04501}" type="presParOf" srcId="{940F7F2B-AF9F-4720-B3CD-6660D0230B3A}" destId="{2EE8E716-4DBC-419B-82FA-2A69373FAED3}" srcOrd="3" destOrd="0" presId="urn:microsoft.com/office/officeart/2018/5/layout/IconCircleLabelList"/>
    <dgm:cxn modelId="{0DBD6F19-375A-4013-8D1B-BF82307A0E95}" type="presParOf" srcId="{940F7F2B-AF9F-4720-B3CD-6660D0230B3A}" destId="{405C26E0-5987-49E9-B77C-02CE83BA463A}" srcOrd="4" destOrd="0" presId="urn:microsoft.com/office/officeart/2018/5/layout/IconCircleLabelList"/>
    <dgm:cxn modelId="{C791B2B7-2B64-4540-87AF-511903D360F5}" type="presParOf" srcId="{405C26E0-5987-49E9-B77C-02CE83BA463A}" destId="{4531D129-23FC-4154-ADE7-7FCCCF9E9898}" srcOrd="0" destOrd="0" presId="urn:microsoft.com/office/officeart/2018/5/layout/IconCircleLabelList"/>
    <dgm:cxn modelId="{3F5EC4A9-40CB-4C77-AF23-3DCB15100196}" type="presParOf" srcId="{405C26E0-5987-49E9-B77C-02CE83BA463A}" destId="{E0CAED5D-8B6C-4526-AC86-443795B5901D}" srcOrd="1" destOrd="0" presId="urn:microsoft.com/office/officeart/2018/5/layout/IconCircleLabelList"/>
    <dgm:cxn modelId="{EC203F9C-FB69-4F92-9822-D276ACC6B4BE}" type="presParOf" srcId="{405C26E0-5987-49E9-B77C-02CE83BA463A}" destId="{02C2DF47-8D67-4C58-99DD-518E96898CEB}" srcOrd="2" destOrd="0" presId="urn:microsoft.com/office/officeart/2018/5/layout/IconCircleLabelList"/>
    <dgm:cxn modelId="{12D93EF7-08C7-4E22-A11F-B86F4B802A39}" type="presParOf" srcId="{405C26E0-5987-49E9-B77C-02CE83BA463A}" destId="{BCDB98EC-CD88-492F-BCA2-F08B620FBBA1}" srcOrd="3" destOrd="0" presId="urn:microsoft.com/office/officeart/2018/5/layout/IconCircleLabelList"/>
    <dgm:cxn modelId="{2C5A5C6D-DD91-4DAF-A285-0733E5A5BA98}" type="presParOf" srcId="{940F7F2B-AF9F-4720-B3CD-6660D0230B3A}" destId="{042DBB98-A00B-434C-B39E-56712EA07760}" srcOrd="5" destOrd="0" presId="urn:microsoft.com/office/officeart/2018/5/layout/IconCircleLabelList"/>
    <dgm:cxn modelId="{1836C82D-584B-4A17-A1F9-6EEE502D1AFE}" type="presParOf" srcId="{940F7F2B-AF9F-4720-B3CD-6660D0230B3A}" destId="{0A5A3238-87CC-4359-8462-C74553A37985}" srcOrd="6" destOrd="0" presId="urn:microsoft.com/office/officeart/2018/5/layout/IconCircleLabelList"/>
    <dgm:cxn modelId="{52626156-63C7-468A-A983-7ECC05B64B43}" type="presParOf" srcId="{0A5A3238-87CC-4359-8462-C74553A37985}" destId="{74C1CD96-7659-40EE-BE03-8A09D22EB6BD}" srcOrd="0" destOrd="0" presId="urn:microsoft.com/office/officeart/2018/5/layout/IconCircleLabelList"/>
    <dgm:cxn modelId="{53D1C3CD-B93A-4162-AB7B-D4BE516DDCBE}" type="presParOf" srcId="{0A5A3238-87CC-4359-8462-C74553A37985}" destId="{D48AA791-55E5-4E15-A729-2D2C938403BB}" srcOrd="1" destOrd="0" presId="urn:microsoft.com/office/officeart/2018/5/layout/IconCircleLabelList"/>
    <dgm:cxn modelId="{569B043F-6AED-4ACD-A3A3-ABA38D5B8901}" type="presParOf" srcId="{0A5A3238-87CC-4359-8462-C74553A37985}" destId="{70CAC557-DD7B-483B-A953-4EEAF3A63FE6}" srcOrd="2" destOrd="0" presId="urn:microsoft.com/office/officeart/2018/5/layout/IconCircleLabelList"/>
    <dgm:cxn modelId="{2B3EF3AD-1B00-455C-8075-B8D01E053974}" type="presParOf" srcId="{0A5A3238-87CC-4359-8462-C74553A37985}" destId="{33185176-AD97-48F8-85EB-78C203342740}"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1CD8B1F-1A2D-42B1-8695-E32D5B16DD79}"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7EB1CE63-E69F-4052-BE95-5985C0160E5A}">
      <dgm:prSet/>
      <dgm:spPr/>
      <dgm:t>
        <a:bodyPr/>
        <a:lstStyle/>
        <a:p>
          <a:pPr>
            <a:lnSpc>
              <a:spcPct val="100000"/>
            </a:lnSpc>
            <a:defRPr cap="all"/>
          </a:pPr>
          <a:r>
            <a:rPr lang="en-US" b="1"/>
            <a:t>4. Plan-Driven Development</a:t>
          </a:r>
          <a:endParaRPr lang="en-US"/>
        </a:p>
      </dgm:t>
    </dgm:pt>
    <dgm:pt modelId="{62B5A922-A8A2-490A-A736-1DF15502427E}" type="parTrans" cxnId="{2532DF22-9027-41A6-BC5F-F7B368B3E0B7}">
      <dgm:prSet/>
      <dgm:spPr/>
      <dgm:t>
        <a:bodyPr/>
        <a:lstStyle/>
        <a:p>
          <a:endParaRPr lang="en-US"/>
        </a:p>
      </dgm:t>
    </dgm:pt>
    <dgm:pt modelId="{4F30D270-01AF-4863-9D03-ED6488D43131}" type="sibTrans" cxnId="{2532DF22-9027-41A6-BC5F-F7B368B3E0B7}">
      <dgm:prSet/>
      <dgm:spPr/>
      <dgm:t>
        <a:bodyPr/>
        <a:lstStyle/>
        <a:p>
          <a:endParaRPr lang="en-US"/>
        </a:p>
      </dgm:t>
    </dgm:pt>
    <dgm:pt modelId="{8D1F3AF2-0F9A-4A9D-94E7-97F0EDECF980}">
      <dgm:prSet/>
      <dgm:spPr/>
      <dgm:t>
        <a:bodyPr/>
        <a:lstStyle/>
        <a:p>
          <a:pPr>
            <a:lnSpc>
              <a:spcPct val="100000"/>
            </a:lnSpc>
            <a:defRPr cap="all"/>
          </a:pPr>
          <a:r>
            <a:rPr lang="en-US" b="1"/>
            <a:t>Basic Idea:</a:t>
          </a:r>
          <a:r>
            <a:rPr lang="en-US"/>
            <a:t> An approach where all process activities are planned, and progress is measured against this explicit, detailed plan.</a:t>
          </a:r>
        </a:p>
      </dgm:t>
    </dgm:pt>
    <dgm:pt modelId="{96B7DF9A-AD03-45B0-AF25-04FB5841C6E8}" type="parTrans" cxnId="{E9C3F3F7-DA11-445B-821D-69A3246D748E}">
      <dgm:prSet/>
      <dgm:spPr/>
      <dgm:t>
        <a:bodyPr/>
        <a:lstStyle/>
        <a:p>
          <a:endParaRPr lang="en-US"/>
        </a:p>
      </dgm:t>
    </dgm:pt>
    <dgm:pt modelId="{B38F52BF-D212-41CC-AA9B-7E93FA4AE536}" type="sibTrans" cxnId="{E9C3F3F7-DA11-445B-821D-69A3246D748E}">
      <dgm:prSet/>
      <dgm:spPr/>
      <dgm:t>
        <a:bodyPr/>
        <a:lstStyle/>
        <a:p>
          <a:endParaRPr lang="en-US"/>
        </a:p>
      </dgm:t>
    </dgm:pt>
    <dgm:pt modelId="{A3BD969C-93AA-4161-958C-C3D31925E751}">
      <dgm:prSet/>
      <dgm:spPr/>
      <dgm:t>
        <a:bodyPr/>
        <a:lstStyle/>
        <a:p>
          <a:pPr>
            <a:lnSpc>
              <a:spcPct val="100000"/>
            </a:lnSpc>
            <a:defRPr cap="all"/>
          </a:pPr>
          <a:r>
            <a:rPr lang="en-US" b="1"/>
            <a:t>Work Progression:</a:t>
          </a:r>
          <a:r>
            <a:rPr lang="en-US"/>
            <a:t> Extensive upfront planning, detailed architectural design, formal milestone reviews, and strict change-management boards govern progression.</a:t>
          </a:r>
        </a:p>
      </dgm:t>
    </dgm:pt>
    <dgm:pt modelId="{73FD3660-E433-4B3B-AB65-41614A0B0EC4}" type="parTrans" cxnId="{12973D00-B886-4FA1-8BE5-62B7519E91E8}">
      <dgm:prSet/>
      <dgm:spPr/>
      <dgm:t>
        <a:bodyPr/>
        <a:lstStyle/>
        <a:p>
          <a:endParaRPr lang="en-US"/>
        </a:p>
      </dgm:t>
    </dgm:pt>
    <dgm:pt modelId="{AD7381B0-0A8A-4982-9A08-5777B23D4296}" type="sibTrans" cxnId="{12973D00-B886-4FA1-8BE5-62B7519E91E8}">
      <dgm:prSet/>
      <dgm:spPr/>
      <dgm:t>
        <a:bodyPr/>
        <a:lstStyle/>
        <a:p>
          <a:endParaRPr lang="en-US"/>
        </a:p>
      </dgm:t>
    </dgm:pt>
    <dgm:pt modelId="{FA4C7C26-C73E-4615-B03B-5B26C7537FCF}">
      <dgm:prSet/>
      <dgm:spPr/>
      <dgm:t>
        <a:bodyPr/>
        <a:lstStyle/>
        <a:p>
          <a:pPr>
            <a:lnSpc>
              <a:spcPct val="100000"/>
            </a:lnSpc>
            <a:defRPr cap="all"/>
          </a:pPr>
          <a:r>
            <a:rPr lang="en-US" b="1"/>
            <a:t>Appropriate Projects:</a:t>
          </a:r>
          <a:r>
            <a:rPr lang="en-US"/>
            <a:t> Government contracts, defense systems, and highly regulated industries where compliance, safety, and traceability are mandatory.</a:t>
          </a:r>
        </a:p>
      </dgm:t>
    </dgm:pt>
    <dgm:pt modelId="{4614B54B-4983-4152-828A-79637A6A06BA}" type="parTrans" cxnId="{44897DE2-CF40-474D-A272-0EB911FD37F4}">
      <dgm:prSet/>
      <dgm:spPr/>
      <dgm:t>
        <a:bodyPr/>
        <a:lstStyle/>
        <a:p>
          <a:endParaRPr lang="en-US"/>
        </a:p>
      </dgm:t>
    </dgm:pt>
    <dgm:pt modelId="{9A4742A4-B0CC-4D24-8C5D-8CBD15CECD54}" type="sibTrans" cxnId="{44897DE2-CF40-474D-A272-0EB911FD37F4}">
      <dgm:prSet/>
      <dgm:spPr/>
      <dgm:t>
        <a:bodyPr/>
        <a:lstStyle/>
        <a:p>
          <a:endParaRPr lang="en-US"/>
        </a:p>
      </dgm:t>
    </dgm:pt>
    <dgm:pt modelId="{078C9C37-DB38-478F-8264-BD886AE075AD}" type="pres">
      <dgm:prSet presAssocID="{B1CD8B1F-1A2D-42B1-8695-E32D5B16DD79}" presName="root" presStyleCnt="0">
        <dgm:presLayoutVars>
          <dgm:dir/>
          <dgm:resizeHandles val="exact"/>
        </dgm:presLayoutVars>
      </dgm:prSet>
      <dgm:spPr/>
    </dgm:pt>
    <dgm:pt modelId="{2D23A6DD-439C-425E-B3EB-2641E10561B9}" type="pres">
      <dgm:prSet presAssocID="{7EB1CE63-E69F-4052-BE95-5985C0160E5A}" presName="compNode" presStyleCnt="0"/>
      <dgm:spPr/>
    </dgm:pt>
    <dgm:pt modelId="{8DBCA685-C1E4-4C9A-9B09-4007291A0207}" type="pres">
      <dgm:prSet presAssocID="{7EB1CE63-E69F-4052-BE95-5985C0160E5A}" presName="iconBgRect" presStyleLbl="bgShp" presStyleIdx="0" presStyleCnt="4"/>
      <dgm:spPr/>
    </dgm:pt>
    <dgm:pt modelId="{6C1625F5-092F-4E02-952A-06A4A7FCA05F}" type="pres">
      <dgm:prSet presAssocID="{7EB1CE63-E69F-4052-BE95-5985C0160E5A}"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ullseye"/>
        </a:ext>
      </dgm:extLst>
    </dgm:pt>
    <dgm:pt modelId="{CD41D1C8-F55B-4D05-A369-2EFF4529C09C}" type="pres">
      <dgm:prSet presAssocID="{7EB1CE63-E69F-4052-BE95-5985C0160E5A}" presName="spaceRect" presStyleCnt="0"/>
      <dgm:spPr/>
    </dgm:pt>
    <dgm:pt modelId="{578A5373-7BE9-4A49-9057-F24A7E3D67C4}" type="pres">
      <dgm:prSet presAssocID="{7EB1CE63-E69F-4052-BE95-5985C0160E5A}" presName="textRect" presStyleLbl="revTx" presStyleIdx="0" presStyleCnt="4">
        <dgm:presLayoutVars>
          <dgm:chMax val="1"/>
          <dgm:chPref val="1"/>
        </dgm:presLayoutVars>
      </dgm:prSet>
      <dgm:spPr/>
    </dgm:pt>
    <dgm:pt modelId="{289F6CC4-5056-4B17-81BE-BDE3DD2132A9}" type="pres">
      <dgm:prSet presAssocID="{4F30D270-01AF-4863-9D03-ED6488D43131}" presName="sibTrans" presStyleCnt="0"/>
      <dgm:spPr/>
    </dgm:pt>
    <dgm:pt modelId="{09355E7F-FEA9-4009-9852-EF8B350BA87B}" type="pres">
      <dgm:prSet presAssocID="{8D1F3AF2-0F9A-4A9D-94E7-97F0EDECF980}" presName="compNode" presStyleCnt="0"/>
      <dgm:spPr/>
    </dgm:pt>
    <dgm:pt modelId="{FB26BE5B-BB3B-40A2-8168-55F95E3CB563}" type="pres">
      <dgm:prSet presAssocID="{8D1F3AF2-0F9A-4A9D-94E7-97F0EDECF980}" presName="iconBgRect" presStyleLbl="bgShp" presStyleIdx="1" presStyleCnt="4"/>
      <dgm:spPr/>
    </dgm:pt>
    <dgm:pt modelId="{09A40DDC-5EBC-4241-AEA6-1637FF590E13}" type="pres">
      <dgm:prSet presAssocID="{8D1F3AF2-0F9A-4A9D-94E7-97F0EDECF980}"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orkflow"/>
        </a:ext>
      </dgm:extLst>
    </dgm:pt>
    <dgm:pt modelId="{9A7877B3-73D0-4D9A-9A4B-75F12AD8CB49}" type="pres">
      <dgm:prSet presAssocID="{8D1F3AF2-0F9A-4A9D-94E7-97F0EDECF980}" presName="spaceRect" presStyleCnt="0"/>
      <dgm:spPr/>
    </dgm:pt>
    <dgm:pt modelId="{0F678856-3DFA-4DF7-92DB-F4C58E2A928B}" type="pres">
      <dgm:prSet presAssocID="{8D1F3AF2-0F9A-4A9D-94E7-97F0EDECF980}" presName="textRect" presStyleLbl="revTx" presStyleIdx="1" presStyleCnt="4">
        <dgm:presLayoutVars>
          <dgm:chMax val="1"/>
          <dgm:chPref val="1"/>
        </dgm:presLayoutVars>
      </dgm:prSet>
      <dgm:spPr/>
    </dgm:pt>
    <dgm:pt modelId="{DAFDF33A-B03B-4C02-981E-91A7AD8CF0C8}" type="pres">
      <dgm:prSet presAssocID="{B38F52BF-D212-41CC-AA9B-7E93FA4AE536}" presName="sibTrans" presStyleCnt="0"/>
      <dgm:spPr/>
    </dgm:pt>
    <dgm:pt modelId="{6DCEBA9D-AAF1-4D35-B311-436B46878E46}" type="pres">
      <dgm:prSet presAssocID="{A3BD969C-93AA-4161-958C-C3D31925E751}" presName="compNode" presStyleCnt="0"/>
      <dgm:spPr/>
    </dgm:pt>
    <dgm:pt modelId="{44C5D6F7-7952-4766-929D-392F1CDE6F74}" type="pres">
      <dgm:prSet presAssocID="{A3BD969C-93AA-4161-958C-C3D31925E751}" presName="iconBgRect" presStyleLbl="bgShp" presStyleIdx="2" presStyleCnt="4"/>
      <dgm:spPr/>
    </dgm:pt>
    <dgm:pt modelId="{06042DBC-E0B0-4FBE-8815-8449F70E3299}" type="pres">
      <dgm:prSet presAssocID="{A3BD969C-93AA-4161-958C-C3D31925E751}"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ranching Diagram"/>
        </a:ext>
      </dgm:extLst>
    </dgm:pt>
    <dgm:pt modelId="{CA47CDAF-09EF-45D5-849A-B0228FA96ACE}" type="pres">
      <dgm:prSet presAssocID="{A3BD969C-93AA-4161-958C-C3D31925E751}" presName="spaceRect" presStyleCnt="0"/>
      <dgm:spPr/>
    </dgm:pt>
    <dgm:pt modelId="{689E2EF3-B0DD-4909-840D-EC042EDD919D}" type="pres">
      <dgm:prSet presAssocID="{A3BD969C-93AA-4161-958C-C3D31925E751}" presName="textRect" presStyleLbl="revTx" presStyleIdx="2" presStyleCnt="4">
        <dgm:presLayoutVars>
          <dgm:chMax val="1"/>
          <dgm:chPref val="1"/>
        </dgm:presLayoutVars>
      </dgm:prSet>
      <dgm:spPr/>
    </dgm:pt>
    <dgm:pt modelId="{5FD18905-674C-4620-A975-3CCFCE9F06B3}" type="pres">
      <dgm:prSet presAssocID="{AD7381B0-0A8A-4982-9A08-5777B23D4296}" presName="sibTrans" presStyleCnt="0"/>
      <dgm:spPr/>
    </dgm:pt>
    <dgm:pt modelId="{2FA8C8F2-B545-4EA1-AF63-BDDF4CB94BB6}" type="pres">
      <dgm:prSet presAssocID="{FA4C7C26-C73E-4615-B03B-5B26C7537FCF}" presName="compNode" presStyleCnt="0"/>
      <dgm:spPr/>
    </dgm:pt>
    <dgm:pt modelId="{2E2C9A5E-0757-482D-A009-C495CC552658}" type="pres">
      <dgm:prSet presAssocID="{FA4C7C26-C73E-4615-B03B-5B26C7537FCF}" presName="iconBgRect" presStyleLbl="bgShp" presStyleIdx="3" presStyleCnt="4"/>
      <dgm:spPr/>
    </dgm:pt>
    <dgm:pt modelId="{B5C6C47F-C575-427C-8EE7-36DDCD076032}" type="pres">
      <dgm:prSet presAssocID="{FA4C7C26-C73E-4615-B03B-5B26C7537FCF}"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vel"/>
        </a:ext>
      </dgm:extLst>
    </dgm:pt>
    <dgm:pt modelId="{5F219392-629E-43E2-A8DD-D0502377C9F0}" type="pres">
      <dgm:prSet presAssocID="{FA4C7C26-C73E-4615-B03B-5B26C7537FCF}" presName="spaceRect" presStyleCnt="0"/>
      <dgm:spPr/>
    </dgm:pt>
    <dgm:pt modelId="{B5374FA6-57BD-4475-8841-BC74FD31406F}" type="pres">
      <dgm:prSet presAssocID="{FA4C7C26-C73E-4615-B03B-5B26C7537FCF}" presName="textRect" presStyleLbl="revTx" presStyleIdx="3" presStyleCnt="4">
        <dgm:presLayoutVars>
          <dgm:chMax val="1"/>
          <dgm:chPref val="1"/>
        </dgm:presLayoutVars>
      </dgm:prSet>
      <dgm:spPr/>
    </dgm:pt>
  </dgm:ptLst>
  <dgm:cxnLst>
    <dgm:cxn modelId="{12973D00-B886-4FA1-8BE5-62B7519E91E8}" srcId="{B1CD8B1F-1A2D-42B1-8695-E32D5B16DD79}" destId="{A3BD969C-93AA-4161-958C-C3D31925E751}" srcOrd="2" destOrd="0" parTransId="{73FD3660-E433-4B3B-AB65-41614A0B0EC4}" sibTransId="{AD7381B0-0A8A-4982-9A08-5777B23D4296}"/>
    <dgm:cxn modelId="{2532DF22-9027-41A6-BC5F-F7B368B3E0B7}" srcId="{B1CD8B1F-1A2D-42B1-8695-E32D5B16DD79}" destId="{7EB1CE63-E69F-4052-BE95-5985C0160E5A}" srcOrd="0" destOrd="0" parTransId="{62B5A922-A8A2-490A-A736-1DF15502427E}" sibTransId="{4F30D270-01AF-4863-9D03-ED6488D43131}"/>
    <dgm:cxn modelId="{8E71EF35-4B94-4341-B992-CC4A369D1B29}" type="presOf" srcId="{FA4C7C26-C73E-4615-B03B-5B26C7537FCF}" destId="{B5374FA6-57BD-4475-8841-BC74FD31406F}" srcOrd="0" destOrd="0" presId="urn:microsoft.com/office/officeart/2018/5/layout/IconCircleLabelList"/>
    <dgm:cxn modelId="{D1085BA2-BF96-4B9F-8F4C-7F1015458DE8}" type="presOf" srcId="{B1CD8B1F-1A2D-42B1-8695-E32D5B16DD79}" destId="{078C9C37-DB38-478F-8264-BD886AE075AD}" srcOrd="0" destOrd="0" presId="urn:microsoft.com/office/officeart/2018/5/layout/IconCircleLabelList"/>
    <dgm:cxn modelId="{54351EB0-502B-4BE5-8FDF-19B3B1DCC301}" type="presOf" srcId="{8D1F3AF2-0F9A-4A9D-94E7-97F0EDECF980}" destId="{0F678856-3DFA-4DF7-92DB-F4C58E2A928B}" srcOrd="0" destOrd="0" presId="urn:microsoft.com/office/officeart/2018/5/layout/IconCircleLabelList"/>
    <dgm:cxn modelId="{BD6EBBD2-3875-4144-A65D-C290BBB34765}" type="presOf" srcId="{7EB1CE63-E69F-4052-BE95-5985C0160E5A}" destId="{578A5373-7BE9-4A49-9057-F24A7E3D67C4}" srcOrd="0" destOrd="0" presId="urn:microsoft.com/office/officeart/2018/5/layout/IconCircleLabelList"/>
    <dgm:cxn modelId="{44897DE2-CF40-474D-A272-0EB911FD37F4}" srcId="{B1CD8B1F-1A2D-42B1-8695-E32D5B16DD79}" destId="{FA4C7C26-C73E-4615-B03B-5B26C7537FCF}" srcOrd="3" destOrd="0" parTransId="{4614B54B-4983-4152-828A-79637A6A06BA}" sibTransId="{9A4742A4-B0CC-4D24-8C5D-8CBD15CECD54}"/>
    <dgm:cxn modelId="{E9C3F3F7-DA11-445B-821D-69A3246D748E}" srcId="{B1CD8B1F-1A2D-42B1-8695-E32D5B16DD79}" destId="{8D1F3AF2-0F9A-4A9D-94E7-97F0EDECF980}" srcOrd="1" destOrd="0" parTransId="{96B7DF9A-AD03-45B0-AF25-04FB5841C6E8}" sibTransId="{B38F52BF-D212-41CC-AA9B-7E93FA4AE536}"/>
    <dgm:cxn modelId="{F93D9CFE-4036-4F57-954B-5C724FDD876F}" type="presOf" srcId="{A3BD969C-93AA-4161-958C-C3D31925E751}" destId="{689E2EF3-B0DD-4909-840D-EC042EDD919D}" srcOrd="0" destOrd="0" presId="urn:microsoft.com/office/officeart/2018/5/layout/IconCircleLabelList"/>
    <dgm:cxn modelId="{A332EBB3-7784-4451-824B-14707ACD022A}" type="presParOf" srcId="{078C9C37-DB38-478F-8264-BD886AE075AD}" destId="{2D23A6DD-439C-425E-B3EB-2641E10561B9}" srcOrd="0" destOrd="0" presId="urn:microsoft.com/office/officeart/2018/5/layout/IconCircleLabelList"/>
    <dgm:cxn modelId="{B81ADCE0-0382-4D22-9935-A8A26F2AFF66}" type="presParOf" srcId="{2D23A6DD-439C-425E-B3EB-2641E10561B9}" destId="{8DBCA685-C1E4-4C9A-9B09-4007291A0207}" srcOrd="0" destOrd="0" presId="urn:microsoft.com/office/officeart/2018/5/layout/IconCircleLabelList"/>
    <dgm:cxn modelId="{0F44F954-DAFF-4882-A542-FA184312108D}" type="presParOf" srcId="{2D23A6DD-439C-425E-B3EB-2641E10561B9}" destId="{6C1625F5-092F-4E02-952A-06A4A7FCA05F}" srcOrd="1" destOrd="0" presId="urn:microsoft.com/office/officeart/2018/5/layout/IconCircleLabelList"/>
    <dgm:cxn modelId="{FDEE7B95-044D-4782-BE3D-AA25C66603FF}" type="presParOf" srcId="{2D23A6DD-439C-425E-B3EB-2641E10561B9}" destId="{CD41D1C8-F55B-4D05-A369-2EFF4529C09C}" srcOrd="2" destOrd="0" presId="urn:microsoft.com/office/officeart/2018/5/layout/IconCircleLabelList"/>
    <dgm:cxn modelId="{296A4E22-F6EC-429C-BE59-91E3D08596AC}" type="presParOf" srcId="{2D23A6DD-439C-425E-B3EB-2641E10561B9}" destId="{578A5373-7BE9-4A49-9057-F24A7E3D67C4}" srcOrd="3" destOrd="0" presId="urn:microsoft.com/office/officeart/2018/5/layout/IconCircleLabelList"/>
    <dgm:cxn modelId="{47B3C01B-16D4-4FB3-A639-C5701D811941}" type="presParOf" srcId="{078C9C37-DB38-478F-8264-BD886AE075AD}" destId="{289F6CC4-5056-4B17-81BE-BDE3DD2132A9}" srcOrd="1" destOrd="0" presId="urn:microsoft.com/office/officeart/2018/5/layout/IconCircleLabelList"/>
    <dgm:cxn modelId="{7B998DE0-E3E2-4D77-9465-ABF1B485B721}" type="presParOf" srcId="{078C9C37-DB38-478F-8264-BD886AE075AD}" destId="{09355E7F-FEA9-4009-9852-EF8B350BA87B}" srcOrd="2" destOrd="0" presId="urn:microsoft.com/office/officeart/2018/5/layout/IconCircleLabelList"/>
    <dgm:cxn modelId="{5BDED9BF-BDFA-4D22-985A-C1969B00D679}" type="presParOf" srcId="{09355E7F-FEA9-4009-9852-EF8B350BA87B}" destId="{FB26BE5B-BB3B-40A2-8168-55F95E3CB563}" srcOrd="0" destOrd="0" presId="urn:microsoft.com/office/officeart/2018/5/layout/IconCircleLabelList"/>
    <dgm:cxn modelId="{777428DE-FE3D-4D46-A4FE-F32CFDCE255F}" type="presParOf" srcId="{09355E7F-FEA9-4009-9852-EF8B350BA87B}" destId="{09A40DDC-5EBC-4241-AEA6-1637FF590E13}" srcOrd="1" destOrd="0" presId="urn:microsoft.com/office/officeart/2018/5/layout/IconCircleLabelList"/>
    <dgm:cxn modelId="{74157EDD-B5D6-420B-BB70-102D6D291CDA}" type="presParOf" srcId="{09355E7F-FEA9-4009-9852-EF8B350BA87B}" destId="{9A7877B3-73D0-4D9A-9A4B-75F12AD8CB49}" srcOrd="2" destOrd="0" presId="urn:microsoft.com/office/officeart/2018/5/layout/IconCircleLabelList"/>
    <dgm:cxn modelId="{BB18D472-C3CA-4864-87BF-7EEE7EDCD8A4}" type="presParOf" srcId="{09355E7F-FEA9-4009-9852-EF8B350BA87B}" destId="{0F678856-3DFA-4DF7-92DB-F4C58E2A928B}" srcOrd="3" destOrd="0" presId="urn:microsoft.com/office/officeart/2018/5/layout/IconCircleLabelList"/>
    <dgm:cxn modelId="{3F1185AE-CF01-40B8-9C90-E0452A284277}" type="presParOf" srcId="{078C9C37-DB38-478F-8264-BD886AE075AD}" destId="{DAFDF33A-B03B-4C02-981E-91A7AD8CF0C8}" srcOrd="3" destOrd="0" presId="urn:microsoft.com/office/officeart/2018/5/layout/IconCircleLabelList"/>
    <dgm:cxn modelId="{D6456731-15E8-4889-A08F-B627C432674F}" type="presParOf" srcId="{078C9C37-DB38-478F-8264-BD886AE075AD}" destId="{6DCEBA9D-AAF1-4D35-B311-436B46878E46}" srcOrd="4" destOrd="0" presId="urn:microsoft.com/office/officeart/2018/5/layout/IconCircleLabelList"/>
    <dgm:cxn modelId="{D1D7B63F-A741-46AD-BC20-D07CE54A9F29}" type="presParOf" srcId="{6DCEBA9D-AAF1-4D35-B311-436B46878E46}" destId="{44C5D6F7-7952-4766-929D-392F1CDE6F74}" srcOrd="0" destOrd="0" presId="urn:microsoft.com/office/officeart/2018/5/layout/IconCircleLabelList"/>
    <dgm:cxn modelId="{9872DB4D-617B-492E-95ED-2CD5700A90E1}" type="presParOf" srcId="{6DCEBA9D-AAF1-4D35-B311-436B46878E46}" destId="{06042DBC-E0B0-4FBE-8815-8449F70E3299}" srcOrd="1" destOrd="0" presId="urn:microsoft.com/office/officeart/2018/5/layout/IconCircleLabelList"/>
    <dgm:cxn modelId="{BC163BB5-1375-4EE3-ABD5-9DEF84DEB6C5}" type="presParOf" srcId="{6DCEBA9D-AAF1-4D35-B311-436B46878E46}" destId="{CA47CDAF-09EF-45D5-849A-B0228FA96ACE}" srcOrd="2" destOrd="0" presId="urn:microsoft.com/office/officeart/2018/5/layout/IconCircleLabelList"/>
    <dgm:cxn modelId="{038C5795-59A4-469C-B8BD-2664B8358DA4}" type="presParOf" srcId="{6DCEBA9D-AAF1-4D35-B311-436B46878E46}" destId="{689E2EF3-B0DD-4909-840D-EC042EDD919D}" srcOrd="3" destOrd="0" presId="urn:microsoft.com/office/officeart/2018/5/layout/IconCircleLabelList"/>
    <dgm:cxn modelId="{26FB0056-B697-46F1-A6A4-55A3DFDEA53B}" type="presParOf" srcId="{078C9C37-DB38-478F-8264-BD886AE075AD}" destId="{5FD18905-674C-4620-A975-3CCFCE9F06B3}" srcOrd="5" destOrd="0" presId="urn:microsoft.com/office/officeart/2018/5/layout/IconCircleLabelList"/>
    <dgm:cxn modelId="{7542DE40-0EA5-4B02-B800-052E4064266C}" type="presParOf" srcId="{078C9C37-DB38-478F-8264-BD886AE075AD}" destId="{2FA8C8F2-B545-4EA1-AF63-BDDF4CB94BB6}" srcOrd="6" destOrd="0" presId="urn:microsoft.com/office/officeart/2018/5/layout/IconCircleLabelList"/>
    <dgm:cxn modelId="{36ED1839-B3A9-42C2-A74C-ECEDBA13BA81}" type="presParOf" srcId="{2FA8C8F2-B545-4EA1-AF63-BDDF4CB94BB6}" destId="{2E2C9A5E-0757-482D-A009-C495CC552658}" srcOrd="0" destOrd="0" presId="urn:microsoft.com/office/officeart/2018/5/layout/IconCircleLabelList"/>
    <dgm:cxn modelId="{E4C6D712-4162-4A98-AA1D-A0ED4102429D}" type="presParOf" srcId="{2FA8C8F2-B545-4EA1-AF63-BDDF4CB94BB6}" destId="{B5C6C47F-C575-427C-8EE7-36DDCD076032}" srcOrd="1" destOrd="0" presId="urn:microsoft.com/office/officeart/2018/5/layout/IconCircleLabelList"/>
    <dgm:cxn modelId="{07FB7FE4-B969-45CF-B3E6-B9C4CB542E85}" type="presParOf" srcId="{2FA8C8F2-B545-4EA1-AF63-BDDF4CB94BB6}" destId="{5F219392-629E-43E2-A8DD-D0502377C9F0}" srcOrd="2" destOrd="0" presId="urn:microsoft.com/office/officeart/2018/5/layout/IconCircleLabelList"/>
    <dgm:cxn modelId="{9E650B91-5AA8-4E90-BE39-DB70F2BAF9DE}" type="presParOf" srcId="{2FA8C8F2-B545-4EA1-AF63-BDDF4CB94BB6}" destId="{B5374FA6-57BD-4475-8841-BC74FD31406F}"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5EC45A7-84C0-4E9F-A271-E8761E297F25}"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72263C2-E810-4FED-94EA-339E0CCF3BCE}">
      <dgm:prSet/>
      <dgm:spPr/>
      <dgm:t>
        <a:bodyPr/>
        <a:lstStyle/>
        <a:p>
          <a:pPr>
            <a:lnSpc>
              <a:spcPct val="100000"/>
            </a:lnSpc>
            <a:defRPr cap="all"/>
          </a:pPr>
          <a:r>
            <a:rPr lang="en-US" b="1"/>
            <a:t>5. Agile Development</a:t>
          </a:r>
          <a:endParaRPr lang="en-US"/>
        </a:p>
      </dgm:t>
    </dgm:pt>
    <dgm:pt modelId="{E8963C1B-F5A2-4799-BB85-7FF5C0FE82BE}" type="parTrans" cxnId="{57C840D8-7B5B-48CB-BC8C-8182C6E9A013}">
      <dgm:prSet/>
      <dgm:spPr/>
      <dgm:t>
        <a:bodyPr/>
        <a:lstStyle/>
        <a:p>
          <a:endParaRPr lang="en-US"/>
        </a:p>
      </dgm:t>
    </dgm:pt>
    <dgm:pt modelId="{FBE9B085-B712-4860-9852-2D9C5E2EE0B7}" type="sibTrans" cxnId="{57C840D8-7B5B-48CB-BC8C-8182C6E9A013}">
      <dgm:prSet/>
      <dgm:spPr/>
      <dgm:t>
        <a:bodyPr/>
        <a:lstStyle/>
        <a:p>
          <a:endParaRPr lang="en-US"/>
        </a:p>
      </dgm:t>
    </dgm:pt>
    <dgm:pt modelId="{C04BB462-3CED-41F5-BAFE-8AA99E51FE95}">
      <dgm:prSet/>
      <dgm:spPr/>
      <dgm:t>
        <a:bodyPr/>
        <a:lstStyle/>
        <a:p>
          <a:pPr>
            <a:lnSpc>
              <a:spcPct val="100000"/>
            </a:lnSpc>
            <a:defRPr cap="all"/>
          </a:pPr>
          <a:r>
            <a:rPr lang="en-US" b="1"/>
            <a:t>Basic Idea:</a:t>
          </a:r>
          <a:r>
            <a:rPr lang="en-US"/>
            <a:t> An iterative and adaptive approach emphasizing rapid release cycles, customer collaboration, and the ability to respond flexibly to change over sticking to a rigid plan.</a:t>
          </a:r>
        </a:p>
      </dgm:t>
    </dgm:pt>
    <dgm:pt modelId="{991C4243-CFD6-4483-B698-138144A58129}" type="parTrans" cxnId="{12948E67-7BC4-490E-826B-B350820A17F6}">
      <dgm:prSet/>
      <dgm:spPr/>
      <dgm:t>
        <a:bodyPr/>
        <a:lstStyle/>
        <a:p>
          <a:endParaRPr lang="en-US"/>
        </a:p>
      </dgm:t>
    </dgm:pt>
    <dgm:pt modelId="{F83715B4-EEA1-466E-B98C-C5BDB03E110A}" type="sibTrans" cxnId="{12948E67-7BC4-490E-826B-B350820A17F6}">
      <dgm:prSet/>
      <dgm:spPr/>
      <dgm:t>
        <a:bodyPr/>
        <a:lstStyle/>
        <a:p>
          <a:endParaRPr lang="en-US"/>
        </a:p>
      </dgm:t>
    </dgm:pt>
    <dgm:pt modelId="{5679AF09-57F7-420A-AD63-B7617F45B860}">
      <dgm:prSet/>
      <dgm:spPr/>
      <dgm:t>
        <a:bodyPr/>
        <a:lstStyle/>
        <a:p>
          <a:pPr>
            <a:lnSpc>
              <a:spcPct val="100000"/>
            </a:lnSpc>
            <a:defRPr cap="all"/>
          </a:pPr>
          <a:r>
            <a:rPr lang="en-US" b="1"/>
            <a:t>Work Progression:</a:t>
          </a:r>
          <a:r>
            <a:rPr lang="en-US"/>
            <a:t> Development occurs in short iterations (sprints, typically 1–4 weeks). Cross-functional teams work on prioritized backlog tasks, releasing functioning software updates frequently.</a:t>
          </a:r>
        </a:p>
      </dgm:t>
    </dgm:pt>
    <dgm:pt modelId="{BCDE81C7-FF7A-4328-BC71-C6510F5E451E}" type="parTrans" cxnId="{C2279A2B-D09B-4B88-BC85-48FF43D43225}">
      <dgm:prSet/>
      <dgm:spPr/>
      <dgm:t>
        <a:bodyPr/>
        <a:lstStyle/>
        <a:p>
          <a:endParaRPr lang="en-US"/>
        </a:p>
      </dgm:t>
    </dgm:pt>
    <dgm:pt modelId="{C0246CA0-878D-4201-93CC-2B889996EB0B}" type="sibTrans" cxnId="{C2279A2B-D09B-4B88-BC85-48FF43D43225}">
      <dgm:prSet/>
      <dgm:spPr/>
      <dgm:t>
        <a:bodyPr/>
        <a:lstStyle/>
        <a:p>
          <a:endParaRPr lang="en-US"/>
        </a:p>
      </dgm:t>
    </dgm:pt>
    <dgm:pt modelId="{0CF80120-0C07-4E0C-B96A-17955BC84668}">
      <dgm:prSet/>
      <dgm:spPr/>
      <dgm:t>
        <a:bodyPr/>
        <a:lstStyle/>
        <a:p>
          <a:pPr>
            <a:lnSpc>
              <a:spcPct val="100000"/>
            </a:lnSpc>
            <a:defRPr cap="all"/>
          </a:pPr>
          <a:r>
            <a:rPr lang="en-US" b="1"/>
            <a:t>Appropriate Projects:</a:t>
          </a:r>
          <a:r>
            <a:rPr lang="en-US"/>
            <a:t> Consumer applications, SaaS products, startups, and projects operating in volatile market environments.</a:t>
          </a:r>
        </a:p>
      </dgm:t>
    </dgm:pt>
    <dgm:pt modelId="{EF97A26E-EF0C-4E40-9D63-1561BD44A00B}" type="parTrans" cxnId="{D274A975-5BFA-493E-88D9-51CED598A1AE}">
      <dgm:prSet/>
      <dgm:spPr/>
      <dgm:t>
        <a:bodyPr/>
        <a:lstStyle/>
        <a:p>
          <a:endParaRPr lang="en-US"/>
        </a:p>
      </dgm:t>
    </dgm:pt>
    <dgm:pt modelId="{FBA20D22-B991-4A42-BF39-A50F5E95B574}" type="sibTrans" cxnId="{D274A975-5BFA-493E-88D9-51CED598A1AE}">
      <dgm:prSet/>
      <dgm:spPr/>
      <dgm:t>
        <a:bodyPr/>
        <a:lstStyle/>
        <a:p>
          <a:endParaRPr lang="en-US"/>
        </a:p>
      </dgm:t>
    </dgm:pt>
    <dgm:pt modelId="{F5E0CB55-6146-482C-9BB7-3E9835F03BA1}" type="pres">
      <dgm:prSet presAssocID="{15EC45A7-84C0-4E9F-A271-E8761E297F25}" presName="root" presStyleCnt="0">
        <dgm:presLayoutVars>
          <dgm:dir/>
          <dgm:resizeHandles val="exact"/>
        </dgm:presLayoutVars>
      </dgm:prSet>
      <dgm:spPr/>
    </dgm:pt>
    <dgm:pt modelId="{6A796EF1-269E-48CA-BB40-8F19334D27BD}" type="pres">
      <dgm:prSet presAssocID="{872263C2-E810-4FED-94EA-339E0CCF3BCE}" presName="compNode" presStyleCnt="0"/>
      <dgm:spPr/>
    </dgm:pt>
    <dgm:pt modelId="{6FE21505-6549-4323-AFCD-521381835D54}" type="pres">
      <dgm:prSet presAssocID="{872263C2-E810-4FED-94EA-339E0CCF3BCE}" presName="iconBgRect" presStyleLbl="bgShp" presStyleIdx="0" presStyleCnt="4"/>
      <dgm:spPr/>
    </dgm:pt>
    <dgm:pt modelId="{D8D74380-B1EC-4EFF-81C2-A8741C11F4DA}" type="pres">
      <dgm:prSet presAssocID="{872263C2-E810-4FED-94EA-339E0CCF3BCE}"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ranching Diagram"/>
        </a:ext>
      </dgm:extLst>
    </dgm:pt>
    <dgm:pt modelId="{4339F9D8-6CB3-4B0B-B188-2331A73F66DF}" type="pres">
      <dgm:prSet presAssocID="{872263C2-E810-4FED-94EA-339E0CCF3BCE}" presName="spaceRect" presStyleCnt="0"/>
      <dgm:spPr/>
    </dgm:pt>
    <dgm:pt modelId="{E128B075-E330-4649-A55D-9BB3FDE11E09}" type="pres">
      <dgm:prSet presAssocID="{872263C2-E810-4FED-94EA-339E0CCF3BCE}" presName="textRect" presStyleLbl="revTx" presStyleIdx="0" presStyleCnt="4">
        <dgm:presLayoutVars>
          <dgm:chMax val="1"/>
          <dgm:chPref val="1"/>
        </dgm:presLayoutVars>
      </dgm:prSet>
      <dgm:spPr/>
    </dgm:pt>
    <dgm:pt modelId="{1345AFAD-CF0C-4A27-9449-3FD36861500F}" type="pres">
      <dgm:prSet presAssocID="{FBE9B085-B712-4860-9852-2D9C5E2EE0B7}" presName="sibTrans" presStyleCnt="0"/>
      <dgm:spPr/>
    </dgm:pt>
    <dgm:pt modelId="{EDFFBB84-D4A8-4E4D-886D-5CCD178C6EEB}" type="pres">
      <dgm:prSet presAssocID="{C04BB462-3CED-41F5-BAFE-8AA99E51FE95}" presName="compNode" presStyleCnt="0"/>
      <dgm:spPr/>
    </dgm:pt>
    <dgm:pt modelId="{09CA7A80-AD20-46C5-9B1F-53438EA9657D}" type="pres">
      <dgm:prSet presAssocID="{C04BB462-3CED-41F5-BAFE-8AA99E51FE95}" presName="iconBgRect" presStyleLbl="bgShp" presStyleIdx="1" presStyleCnt="4"/>
      <dgm:spPr/>
    </dgm:pt>
    <dgm:pt modelId="{DC9668B9-2712-4457-BC4E-877F31450C87}" type="pres">
      <dgm:prSet presAssocID="{C04BB462-3CED-41F5-BAFE-8AA99E51FE95}"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epeat"/>
        </a:ext>
      </dgm:extLst>
    </dgm:pt>
    <dgm:pt modelId="{241EAF6C-5256-4488-B57E-DC0B30F8DC58}" type="pres">
      <dgm:prSet presAssocID="{C04BB462-3CED-41F5-BAFE-8AA99E51FE95}" presName="spaceRect" presStyleCnt="0"/>
      <dgm:spPr/>
    </dgm:pt>
    <dgm:pt modelId="{6B3CC551-F035-4B96-9E64-04745906113D}" type="pres">
      <dgm:prSet presAssocID="{C04BB462-3CED-41F5-BAFE-8AA99E51FE95}" presName="textRect" presStyleLbl="revTx" presStyleIdx="1" presStyleCnt="4">
        <dgm:presLayoutVars>
          <dgm:chMax val="1"/>
          <dgm:chPref val="1"/>
        </dgm:presLayoutVars>
      </dgm:prSet>
      <dgm:spPr/>
    </dgm:pt>
    <dgm:pt modelId="{89A60AF1-93F0-4FF0-AEBF-9A289C5B9F07}" type="pres">
      <dgm:prSet presAssocID="{F83715B4-EEA1-466E-B98C-C5BDB03E110A}" presName="sibTrans" presStyleCnt="0"/>
      <dgm:spPr/>
    </dgm:pt>
    <dgm:pt modelId="{EB475DCF-FE8D-4EF2-A5CA-32AC334729B4}" type="pres">
      <dgm:prSet presAssocID="{5679AF09-57F7-420A-AD63-B7617F45B860}" presName="compNode" presStyleCnt="0"/>
      <dgm:spPr/>
    </dgm:pt>
    <dgm:pt modelId="{F168E505-A4C1-4A48-8A72-6EA510CEC689}" type="pres">
      <dgm:prSet presAssocID="{5679AF09-57F7-420A-AD63-B7617F45B860}" presName="iconBgRect" presStyleLbl="bgShp" presStyleIdx="2" presStyleCnt="4"/>
      <dgm:spPr/>
    </dgm:pt>
    <dgm:pt modelId="{B05B975F-51D3-402B-9D62-4C7C40155845}" type="pres">
      <dgm:prSet presAssocID="{5679AF09-57F7-420A-AD63-B7617F45B860}"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Arrow Circle"/>
        </a:ext>
      </dgm:extLst>
    </dgm:pt>
    <dgm:pt modelId="{708C0549-8F04-495E-A9EA-CC24C0566B84}" type="pres">
      <dgm:prSet presAssocID="{5679AF09-57F7-420A-AD63-B7617F45B860}" presName="spaceRect" presStyleCnt="0"/>
      <dgm:spPr/>
    </dgm:pt>
    <dgm:pt modelId="{C3B84261-00ED-4E04-BB6F-0C9ED3FB4352}" type="pres">
      <dgm:prSet presAssocID="{5679AF09-57F7-420A-AD63-B7617F45B860}" presName="textRect" presStyleLbl="revTx" presStyleIdx="2" presStyleCnt="4">
        <dgm:presLayoutVars>
          <dgm:chMax val="1"/>
          <dgm:chPref val="1"/>
        </dgm:presLayoutVars>
      </dgm:prSet>
      <dgm:spPr/>
    </dgm:pt>
    <dgm:pt modelId="{E973BE11-C433-4266-8F34-898963153D85}" type="pres">
      <dgm:prSet presAssocID="{C0246CA0-878D-4201-93CC-2B889996EB0B}" presName="sibTrans" presStyleCnt="0"/>
      <dgm:spPr/>
    </dgm:pt>
    <dgm:pt modelId="{E8B3D2B9-F0CC-4C0F-884D-B86EE12F43DF}" type="pres">
      <dgm:prSet presAssocID="{0CF80120-0C07-4E0C-B96A-17955BC84668}" presName="compNode" presStyleCnt="0"/>
      <dgm:spPr/>
    </dgm:pt>
    <dgm:pt modelId="{F0E03052-48F7-4307-8C95-1AF5F3EB38F2}" type="pres">
      <dgm:prSet presAssocID="{0CF80120-0C07-4E0C-B96A-17955BC84668}" presName="iconBgRect" presStyleLbl="bgShp" presStyleIdx="3" presStyleCnt="4"/>
      <dgm:spPr/>
    </dgm:pt>
    <dgm:pt modelId="{BB63B914-7A0B-45DA-B5DF-9389E169D3A4}" type="pres">
      <dgm:prSet presAssocID="{0CF80120-0C07-4E0C-B96A-17955BC84668}"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AF3B9B9F-1989-45E9-97D2-79F3BBD99272}" type="pres">
      <dgm:prSet presAssocID="{0CF80120-0C07-4E0C-B96A-17955BC84668}" presName="spaceRect" presStyleCnt="0"/>
      <dgm:spPr/>
    </dgm:pt>
    <dgm:pt modelId="{D63164E5-D172-49D6-A358-55285F0F6B2F}" type="pres">
      <dgm:prSet presAssocID="{0CF80120-0C07-4E0C-B96A-17955BC84668}" presName="textRect" presStyleLbl="revTx" presStyleIdx="3" presStyleCnt="4">
        <dgm:presLayoutVars>
          <dgm:chMax val="1"/>
          <dgm:chPref val="1"/>
        </dgm:presLayoutVars>
      </dgm:prSet>
      <dgm:spPr/>
    </dgm:pt>
  </dgm:ptLst>
  <dgm:cxnLst>
    <dgm:cxn modelId="{944A1F18-6E8A-40F7-95BA-F76A6FEDEB21}" type="presOf" srcId="{5679AF09-57F7-420A-AD63-B7617F45B860}" destId="{C3B84261-00ED-4E04-BB6F-0C9ED3FB4352}" srcOrd="0" destOrd="0" presId="urn:microsoft.com/office/officeart/2018/5/layout/IconCircleLabelList"/>
    <dgm:cxn modelId="{C2279A2B-D09B-4B88-BC85-48FF43D43225}" srcId="{15EC45A7-84C0-4E9F-A271-E8761E297F25}" destId="{5679AF09-57F7-420A-AD63-B7617F45B860}" srcOrd="2" destOrd="0" parTransId="{BCDE81C7-FF7A-4328-BC71-C6510F5E451E}" sibTransId="{C0246CA0-878D-4201-93CC-2B889996EB0B}"/>
    <dgm:cxn modelId="{D0301C2F-B35E-496C-80C3-7D37918B6C4F}" type="presOf" srcId="{C04BB462-3CED-41F5-BAFE-8AA99E51FE95}" destId="{6B3CC551-F035-4B96-9E64-04745906113D}" srcOrd="0" destOrd="0" presId="urn:microsoft.com/office/officeart/2018/5/layout/IconCircleLabelList"/>
    <dgm:cxn modelId="{23F0585B-2FC6-425A-881B-EB65C50C4190}" type="presOf" srcId="{0CF80120-0C07-4E0C-B96A-17955BC84668}" destId="{D63164E5-D172-49D6-A358-55285F0F6B2F}" srcOrd="0" destOrd="0" presId="urn:microsoft.com/office/officeart/2018/5/layout/IconCircleLabelList"/>
    <dgm:cxn modelId="{12948E67-7BC4-490E-826B-B350820A17F6}" srcId="{15EC45A7-84C0-4E9F-A271-E8761E297F25}" destId="{C04BB462-3CED-41F5-BAFE-8AA99E51FE95}" srcOrd="1" destOrd="0" parTransId="{991C4243-CFD6-4483-B698-138144A58129}" sibTransId="{F83715B4-EEA1-466E-B98C-C5BDB03E110A}"/>
    <dgm:cxn modelId="{D274A975-5BFA-493E-88D9-51CED598A1AE}" srcId="{15EC45A7-84C0-4E9F-A271-E8761E297F25}" destId="{0CF80120-0C07-4E0C-B96A-17955BC84668}" srcOrd="3" destOrd="0" parTransId="{EF97A26E-EF0C-4E40-9D63-1561BD44A00B}" sibTransId="{FBA20D22-B991-4A42-BF39-A50F5E95B574}"/>
    <dgm:cxn modelId="{120A4759-4573-438A-AE4C-176EF789184C}" type="presOf" srcId="{15EC45A7-84C0-4E9F-A271-E8761E297F25}" destId="{F5E0CB55-6146-482C-9BB7-3E9835F03BA1}" srcOrd="0" destOrd="0" presId="urn:microsoft.com/office/officeart/2018/5/layout/IconCircleLabelList"/>
    <dgm:cxn modelId="{0D59DAC7-5D29-4EAB-A60A-7AB01EF16256}" type="presOf" srcId="{872263C2-E810-4FED-94EA-339E0CCF3BCE}" destId="{E128B075-E330-4649-A55D-9BB3FDE11E09}" srcOrd="0" destOrd="0" presId="urn:microsoft.com/office/officeart/2018/5/layout/IconCircleLabelList"/>
    <dgm:cxn modelId="{57C840D8-7B5B-48CB-BC8C-8182C6E9A013}" srcId="{15EC45A7-84C0-4E9F-A271-E8761E297F25}" destId="{872263C2-E810-4FED-94EA-339E0CCF3BCE}" srcOrd="0" destOrd="0" parTransId="{E8963C1B-F5A2-4799-BB85-7FF5C0FE82BE}" sibTransId="{FBE9B085-B712-4860-9852-2D9C5E2EE0B7}"/>
    <dgm:cxn modelId="{8DB1A529-8182-41D8-957E-445507CD578C}" type="presParOf" srcId="{F5E0CB55-6146-482C-9BB7-3E9835F03BA1}" destId="{6A796EF1-269E-48CA-BB40-8F19334D27BD}" srcOrd="0" destOrd="0" presId="urn:microsoft.com/office/officeart/2018/5/layout/IconCircleLabelList"/>
    <dgm:cxn modelId="{E2277E13-9EAF-4183-83CA-F009D8D5A996}" type="presParOf" srcId="{6A796EF1-269E-48CA-BB40-8F19334D27BD}" destId="{6FE21505-6549-4323-AFCD-521381835D54}" srcOrd="0" destOrd="0" presId="urn:microsoft.com/office/officeart/2018/5/layout/IconCircleLabelList"/>
    <dgm:cxn modelId="{EC53B994-0BD1-4F6E-8A2E-D973D5D6CC33}" type="presParOf" srcId="{6A796EF1-269E-48CA-BB40-8F19334D27BD}" destId="{D8D74380-B1EC-4EFF-81C2-A8741C11F4DA}" srcOrd="1" destOrd="0" presId="urn:microsoft.com/office/officeart/2018/5/layout/IconCircleLabelList"/>
    <dgm:cxn modelId="{61054006-96DB-4D1B-819E-3038F78CCC1A}" type="presParOf" srcId="{6A796EF1-269E-48CA-BB40-8F19334D27BD}" destId="{4339F9D8-6CB3-4B0B-B188-2331A73F66DF}" srcOrd="2" destOrd="0" presId="urn:microsoft.com/office/officeart/2018/5/layout/IconCircleLabelList"/>
    <dgm:cxn modelId="{8B21FEE2-90B5-4278-87C0-BFA7A765C4CD}" type="presParOf" srcId="{6A796EF1-269E-48CA-BB40-8F19334D27BD}" destId="{E128B075-E330-4649-A55D-9BB3FDE11E09}" srcOrd="3" destOrd="0" presId="urn:microsoft.com/office/officeart/2018/5/layout/IconCircleLabelList"/>
    <dgm:cxn modelId="{625BFA95-FD08-4532-9466-A8A3EC760E04}" type="presParOf" srcId="{F5E0CB55-6146-482C-9BB7-3E9835F03BA1}" destId="{1345AFAD-CF0C-4A27-9449-3FD36861500F}" srcOrd="1" destOrd="0" presId="urn:microsoft.com/office/officeart/2018/5/layout/IconCircleLabelList"/>
    <dgm:cxn modelId="{7D2DEE56-5144-4A3F-97BB-9B78ACE0EFBC}" type="presParOf" srcId="{F5E0CB55-6146-482C-9BB7-3E9835F03BA1}" destId="{EDFFBB84-D4A8-4E4D-886D-5CCD178C6EEB}" srcOrd="2" destOrd="0" presId="urn:microsoft.com/office/officeart/2018/5/layout/IconCircleLabelList"/>
    <dgm:cxn modelId="{328D9E61-71E4-4C9A-80E8-BDCFFF0D9764}" type="presParOf" srcId="{EDFFBB84-D4A8-4E4D-886D-5CCD178C6EEB}" destId="{09CA7A80-AD20-46C5-9B1F-53438EA9657D}" srcOrd="0" destOrd="0" presId="urn:microsoft.com/office/officeart/2018/5/layout/IconCircleLabelList"/>
    <dgm:cxn modelId="{133215A7-66C5-4CC3-BB56-3BAB647DFC90}" type="presParOf" srcId="{EDFFBB84-D4A8-4E4D-886D-5CCD178C6EEB}" destId="{DC9668B9-2712-4457-BC4E-877F31450C87}" srcOrd="1" destOrd="0" presId="urn:microsoft.com/office/officeart/2018/5/layout/IconCircleLabelList"/>
    <dgm:cxn modelId="{70BDEA87-8E26-4BB9-8096-498C028360ED}" type="presParOf" srcId="{EDFFBB84-D4A8-4E4D-886D-5CCD178C6EEB}" destId="{241EAF6C-5256-4488-B57E-DC0B30F8DC58}" srcOrd="2" destOrd="0" presId="urn:microsoft.com/office/officeart/2018/5/layout/IconCircleLabelList"/>
    <dgm:cxn modelId="{2619B615-2542-4F4B-AF61-3EBEEB420B4A}" type="presParOf" srcId="{EDFFBB84-D4A8-4E4D-886D-5CCD178C6EEB}" destId="{6B3CC551-F035-4B96-9E64-04745906113D}" srcOrd="3" destOrd="0" presId="urn:microsoft.com/office/officeart/2018/5/layout/IconCircleLabelList"/>
    <dgm:cxn modelId="{519DA931-67E1-4231-8AE1-6E61441B5987}" type="presParOf" srcId="{F5E0CB55-6146-482C-9BB7-3E9835F03BA1}" destId="{89A60AF1-93F0-4FF0-AEBF-9A289C5B9F07}" srcOrd="3" destOrd="0" presId="urn:microsoft.com/office/officeart/2018/5/layout/IconCircleLabelList"/>
    <dgm:cxn modelId="{385C88B5-8470-41B5-ADE3-FA4067D22D9F}" type="presParOf" srcId="{F5E0CB55-6146-482C-9BB7-3E9835F03BA1}" destId="{EB475DCF-FE8D-4EF2-A5CA-32AC334729B4}" srcOrd="4" destOrd="0" presId="urn:microsoft.com/office/officeart/2018/5/layout/IconCircleLabelList"/>
    <dgm:cxn modelId="{714CC569-661F-4942-958B-1980C8DAB403}" type="presParOf" srcId="{EB475DCF-FE8D-4EF2-A5CA-32AC334729B4}" destId="{F168E505-A4C1-4A48-8A72-6EA510CEC689}" srcOrd="0" destOrd="0" presId="urn:microsoft.com/office/officeart/2018/5/layout/IconCircleLabelList"/>
    <dgm:cxn modelId="{0621EC84-6525-4590-B0B4-06CD4FD4CA5B}" type="presParOf" srcId="{EB475DCF-FE8D-4EF2-A5CA-32AC334729B4}" destId="{B05B975F-51D3-402B-9D62-4C7C40155845}" srcOrd="1" destOrd="0" presId="urn:microsoft.com/office/officeart/2018/5/layout/IconCircleLabelList"/>
    <dgm:cxn modelId="{73D38CC6-86A7-41BC-8004-20B7AEB99E7D}" type="presParOf" srcId="{EB475DCF-FE8D-4EF2-A5CA-32AC334729B4}" destId="{708C0549-8F04-495E-A9EA-CC24C0566B84}" srcOrd="2" destOrd="0" presId="urn:microsoft.com/office/officeart/2018/5/layout/IconCircleLabelList"/>
    <dgm:cxn modelId="{A172C290-63AA-4924-B1CB-7C2D55F9EA87}" type="presParOf" srcId="{EB475DCF-FE8D-4EF2-A5CA-32AC334729B4}" destId="{C3B84261-00ED-4E04-BB6F-0C9ED3FB4352}" srcOrd="3" destOrd="0" presId="urn:microsoft.com/office/officeart/2018/5/layout/IconCircleLabelList"/>
    <dgm:cxn modelId="{4F75B234-C071-41B4-85B9-B101EA325900}" type="presParOf" srcId="{F5E0CB55-6146-482C-9BB7-3E9835F03BA1}" destId="{E973BE11-C433-4266-8F34-898963153D85}" srcOrd="5" destOrd="0" presId="urn:microsoft.com/office/officeart/2018/5/layout/IconCircleLabelList"/>
    <dgm:cxn modelId="{A86F10B3-AF36-4EE6-8EB1-E940173AB398}" type="presParOf" srcId="{F5E0CB55-6146-482C-9BB7-3E9835F03BA1}" destId="{E8B3D2B9-F0CC-4C0F-884D-B86EE12F43DF}" srcOrd="6" destOrd="0" presId="urn:microsoft.com/office/officeart/2018/5/layout/IconCircleLabelList"/>
    <dgm:cxn modelId="{7B04F8D7-5D39-4B0E-B0ED-8B5267A6AC98}" type="presParOf" srcId="{E8B3D2B9-F0CC-4C0F-884D-B86EE12F43DF}" destId="{F0E03052-48F7-4307-8C95-1AF5F3EB38F2}" srcOrd="0" destOrd="0" presId="urn:microsoft.com/office/officeart/2018/5/layout/IconCircleLabelList"/>
    <dgm:cxn modelId="{0A83EF0B-A590-4AC9-85BB-98B25202F0C4}" type="presParOf" srcId="{E8B3D2B9-F0CC-4C0F-884D-B86EE12F43DF}" destId="{BB63B914-7A0B-45DA-B5DF-9389E169D3A4}" srcOrd="1" destOrd="0" presId="urn:microsoft.com/office/officeart/2018/5/layout/IconCircleLabelList"/>
    <dgm:cxn modelId="{E055A9B7-2374-4785-B7A3-337B6318BA06}" type="presParOf" srcId="{E8B3D2B9-F0CC-4C0F-884D-B86EE12F43DF}" destId="{AF3B9B9F-1989-45E9-97D2-79F3BBD99272}" srcOrd="2" destOrd="0" presId="urn:microsoft.com/office/officeart/2018/5/layout/IconCircleLabelList"/>
    <dgm:cxn modelId="{194D7EDC-7DAE-4110-A332-B7D22DD0DA2D}" type="presParOf" srcId="{E8B3D2B9-F0CC-4C0F-884D-B86EE12F43DF}" destId="{D63164E5-D172-49D6-A358-55285F0F6B2F}"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ACFCCE-4364-412F-9CEA-BAEB83CF1966}">
      <dsp:nvSpPr>
        <dsp:cNvPr id="0" name=""/>
        <dsp:cNvSpPr/>
      </dsp:nvSpPr>
      <dsp:spPr>
        <a:xfrm>
          <a:off x="973190" y="406228"/>
          <a:ext cx="1264141" cy="1264141"/>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4AE28D-E223-4B20-9173-9EE894D8ED85}">
      <dsp:nvSpPr>
        <dsp:cNvPr id="0" name=""/>
        <dsp:cNvSpPr/>
      </dsp:nvSpPr>
      <dsp:spPr>
        <a:xfrm>
          <a:off x="1242597" y="675635"/>
          <a:ext cx="725326" cy="725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40127C-1B7C-4DB1-802A-77E56B510ED1}">
      <dsp:nvSpPr>
        <dsp:cNvPr id="0" name=""/>
        <dsp:cNvSpPr/>
      </dsp:nvSpPr>
      <dsp:spPr>
        <a:xfrm>
          <a:off x="569079" y="2064118"/>
          <a:ext cx="2072362" cy="1880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t>2. Incremental Development</a:t>
          </a:r>
          <a:endParaRPr lang="en-US" sz="1100" kern="1200"/>
        </a:p>
      </dsp:txBody>
      <dsp:txXfrm>
        <a:off x="569079" y="2064118"/>
        <a:ext cx="2072362" cy="1880991"/>
      </dsp:txXfrm>
    </dsp:sp>
    <dsp:sp modelId="{84EC3E43-0699-4B65-BF56-CC239400A430}">
      <dsp:nvSpPr>
        <dsp:cNvPr id="0" name=""/>
        <dsp:cNvSpPr/>
      </dsp:nvSpPr>
      <dsp:spPr>
        <a:xfrm>
          <a:off x="3408216" y="406228"/>
          <a:ext cx="1264141" cy="1264141"/>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DA18CD-7C85-473D-A954-E175EBCFC303}">
      <dsp:nvSpPr>
        <dsp:cNvPr id="0" name=""/>
        <dsp:cNvSpPr/>
      </dsp:nvSpPr>
      <dsp:spPr>
        <a:xfrm>
          <a:off x="3677623" y="675635"/>
          <a:ext cx="725326" cy="725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6FC2E37-6ED2-40E0-9C6B-E5DDAE8C2546}">
      <dsp:nvSpPr>
        <dsp:cNvPr id="0" name=""/>
        <dsp:cNvSpPr/>
      </dsp:nvSpPr>
      <dsp:spPr>
        <a:xfrm>
          <a:off x="3004105" y="2064118"/>
          <a:ext cx="2072362" cy="1880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t>Basic Idea:</a:t>
          </a:r>
          <a:r>
            <a:rPr lang="en-US" sz="1100" kern="1200"/>
            <a:t> The software is developed as a series of versions (increments), with each increment adding functional features to the previous version.</a:t>
          </a:r>
        </a:p>
      </dsp:txBody>
      <dsp:txXfrm>
        <a:off x="3004105" y="2064118"/>
        <a:ext cx="2072362" cy="1880991"/>
      </dsp:txXfrm>
    </dsp:sp>
    <dsp:sp modelId="{B0F14832-ED11-4D37-87BC-0BF598C8C9ED}">
      <dsp:nvSpPr>
        <dsp:cNvPr id="0" name=""/>
        <dsp:cNvSpPr/>
      </dsp:nvSpPr>
      <dsp:spPr>
        <a:xfrm>
          <a:off x="5843242" y="406228"/>
          <a:ext cx="1264141" cy="1264141"/>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7F3970-E3B6-480F-A185-EF84F0A48D8C}">
      <dsp:nvSpPr>
        <dsp:cNvPr id="0" name=""/>
        <dsp:cNvSpPr/>
      </dsp:nvSpPr>
      <dsp:spPr>
        <a:xfrm>
          <a:off x="6112649" y="675635"/>
          <a:ext cx="725326" cy="725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0E68919-07BD-4B1F-B4E1-B234D0B2CDFD}">
      <dsp:nvSpPr>
        <dsp:cNvPr id="0" name=""/>
        <dsp:cNvSpPr/>
      </dsp:nvSpPr>
      <dsp:spPr>
        <a:xfrm>
          <a:off x="5439131" y="2064118"/>
          <a:ext cx="2072362" cy="1880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t>Work Progression:</a:t>
          </a:r>
          <a:r>
            <a:rPr lang="en-US" sz="1100" kern="1200"/>
            <a:t> Specification, design, implementation, and validation activities are interleaved rather than sequential. Early increments deliver core functionality; subsequent increments expand capability based on feedback.</a:t>
          </a:r>
        </a:p>
      </dsp:txBody>
      <dsp:txXfrm>
        <a:off x="5439131" y="2064118"/>
        <a:ext cx="2072362" cy="1880991"/>
      </dsp:txXfrm>
    </dsp:sp>
    <dsp:sp modelId="{713BAD31-9420-42D0-9FE4-5E9122E54284}">
      <dsp:nvSpPr>
        <dsp:cNvPr id="0" name=""/>
        <dsp:cNvSpPr/>
      </dsp:nvSpPr>
      <dsp:spPr>
        <a:xfrm>
          <a:off x="8278268" y="406228"/>
          <a:ext cx="1264141" cy="1264141"/>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C40ABD-CBCB-4859-B786-685ADB39D9F0}">
      <dsp:nvSpPr>
        <dsp:cNvPr id="0" name=""/>
        <dsp:cNvSpPr/>
      </dsp:nvSpPr>
      <dsp:spPr>
        <a:xfrm>
          <a:off x="8547675" y="675635"/>
          <a:ext cx="725326" cy="725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4A751A-0179-48F7-ABEB-08CCEAE16311}">
      <dsp:nvSpPr>
        <dsp:cNvPr id="0" name=""/>
        <dsp:cNvSpPr/>
      </dsp:nvSpPr>
      <dsp:spPr>
        <a:xfrm>
          <a:off x="7874157" y="2064118"/>
          <a:ext cx="2072362" cy="1880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t>Appropriate Projects:</a:t>
          </a:r>
          <a:r>
            <a:rPr lang="en-US" sz="1100" kern="1200"/>
            <a:t> Business software, consumer web/mobile applications, and fast-moving startup products where requirements evolve rapidly.</a:t>
          </a:r>
        </a:p>
      </dsp:txBody>
      <dsp:txXfrm>
        <a:off x="7874157" y="2064118"/>
        <a:ext cx="2072362" cy="188099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779CDF-3501-4D3A-A3BB-FB7E8E307B61}">
      <dsp:nvSpPr>
        <dsp:cNvPr id="0" name=""/>
        <dsp:cNvSpPr/>
      </dsp:nvSpPr>
      <dsp:spPr>
        <a:xfrm>
          <a:off x="973190" y="559224"/>
          <a:ext cx="1264141" cy="1264141"/>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DCA2AB-D746-4E31-AC76-77F44D98E541}">
      <dsp:nvSpPr>
        <dsp:cNvPr id="0" name=""/>
        <dsp:cNvSpPr/>
      </dsp:nvSpPr>
      <dsp:spPr>
        <a:xfrm>
          <a:off x="1242597" y="828631"/>
          <a:ext cx="725326" cy="725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66BE8E-0226-45C4-8C36-09403D1136FE}">
      <dsp:nvSpPr>
        <dsp:cNvPr id="0" name=""/>
        <dsp:cNvSpPr/>
      </dsp:nvSpPr>
      <dsp:spPr>
        <a:xfrm>
          <a:off x="569079" y="2217114"/>
          <a:ext cx="2072362" cy="15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t>3. Integration and Configuration (Component-Based Reuse)</a:t>
          </a:r>
          <a:endParaRPr lang="en-US" sz="1100" kern="1200"/>
        </a:p>
      </dsp:txBody>
      <dsp:txXfrm>
        <a:off x="569079" y="2217114"/>
        <a:ext cx="2072362" cy="1575000"/>
      </dsp:txXfrm>
    </dsp:sp>
    <dsp:sp modelId="{3F1D7BA8-8C15-4DE4-B130-2E43F69DC006}">
      <dsp:nvSpPr>
        <dsp:cNvPr id="0" name=""/>
        <dsp:cNvSpPr/>
      </dsp:nvSpPr>
      <dsp:spPr>
        <a:xfrm>
          <a:off x="3408216" y="559224"/>
          <a:ext cx="1264141" cy="1264141"/>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2EF5E4-8452-4918-B677-3D525A1EA839}">
      <dsp:nvSpPr>
        <dsp:cNvPr id="0" name=""/>
        <dsp:cNvSpPr/>
      </dsp:nvSpPr>
      <dsp:spPr>
        <a:xfrm>
          <a:off x="3677623" y="828631"/>
          <a:ext cx="725326" cy="725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F797A18-1BE5-4EF4-9920-B48DD077F04A}">
      <dsp:nvSpPr>
        <dsp:cNvPr id="0" name=""/>
        <dsp:cNvSpPr/>
      </dsp:nvSpPr>
      <dsp:spPr>
        <a:xfrm>
          <a:off x="3004105" y="2217114"/>
          <a:ext cx="2072362" cy="15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t>Basic Idea:</a:t>
          </a:r>
          <a:r>
            <a:rPr lang="en-US" sz="1100" kern="1200"/>
            <a:t> Development focuses on assembling and configuring pre-existing software components, commercial off-the-shelf (COTS) software, cloud microservices, or frameworks rather than building from scratch.</a:t>
          </a:r>
        </a:p>
      </dsp:txBody>
      <dsp:txXfrm>
        <a:off x="3004105" y="2217114"/>
        <a:ext cx="2072362" cy="1575000"/>
      </dsp:txXfrm>
    </dsp:sp>
    <dsp:sp modelId="{4531D129-23FC-4154-ADE7-7FCCCF9E9898}">
      <dsp:nvSpPr>
        <dsp:cNvPr id="0" name=""/>
        <dsp:cNvSpPr/>
      </dsp:nvSpPr>
      <dsp:spPr>
        <a:xfrm>
          <a:off x="5843242" y="559224"/>
          <a:ext cx="1264141" cy="1264141"/>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CAED5D-8B6C-4526-AC86-443795B5901D}">
      <dsp:nvSpPr>
        <dsp:cNvPr id="0" name=""/>
        <dsp:cNvSpPr/>
      </dsp:nvSpPr>
      <dsp:spPr>
        <a:xfrm>
          <a:off x="6112649" y="828631"/>
          <a:ext cx="725326" cy="725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DB98EC-CD88-492F-BCA2-F08B620FBBA1}">
      <dsp:nvSpPr>
        <dsp:cNvPr id="0" name=""/>
        <dsp:cNvSpPr/>
      </dsp:nvSpPr>
      <dsp:spPr>
        <a:xfrm>
          <a:off x="5439131" y="2217114"/>
          <a:ext cx="2072362" cy="15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t>Work Progression:</a:t>
          </a:r>
          <a:r>
            <a:rPr lang="en-US" sz="1100" kern="1200"/>
            <a:t> Starts with identifying available software components, refining requirements to match component capabilities, configuring the parameters, and integrating them into the system architecture.</a:t>
          </a:r>
        </a:p>
      </dsp:txBody>
      <dsp:txXfrm>
        <a:off x="5439131" y="2217114"/>
        <a:ext cx="2072362" cy="1575000"/>
      </dsp:txXfrm>
    </dsp:sp>
    <dsp:sp modelId="{74C1CD96-7659-40EE-BE03-8A09D22EB6BD}">
      <dsp:nvSpPr>
        <dsp:cNvPr id="0" name=""/>
        <dsp:cNvSpPr/>
      </dsp:nvSpPr>
      <dsp:spPr>
        <a:xfrm>
          <a:off x="8278268" y="559224"/>
          <a:ext cx="1264141" cy="1264141"/>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8AA791-55E5-4E15-A729-2D2C938403BB}">
      <dsp:nvSpPr>
        <dsp:cNvPr id="0" name=""/>
        <dsp:cNvSpPr/>
      </dsp:nvSpPr>
      <dsp:spPr>
        <a:xfrm>
          <a:off x="8547675" y="828631"/>
          <a:ext cx="725326" cy="725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185176-AD97-48F8-85EB-78C203342740}">
      <dsp:nvSpPr>
        <dsp:cNvPr id="0" name=""/>
        <dsp:cNvSpPr/>
      </dsp:nvSpPr>
      <dsp:spPr>
        <a:xfrm>
          <a:off x="7874157" y="2217114"/>
          <a:ext cx="2072362" cy="15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t>Appropriate Projects:</a:t>
          </a:r>
          <a:r>
            <a:rPr lang="en-US" sz="1100" kern="1200"/>
            <a:t> Enterprise resource planning (ERP) systems, e-commerce stores, and web services that leverage standardized third-party APIs.</a:t>
          </a:r>
        </a:p>
      </dsp:txBody>
      <dsp:txXfrm>
        <a:off x="7874157" y="2217114"/>
        <a:ext cx="2072362" cy="1575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BCA685-C1E4-4C9A-9B09-4007291A0207}">
      <dsp:nvSpPr>
        <dsp:cNvPr id="0" name=""/>
        <dsp:cNvSpPr/>
      </dsp:nvSpPr>
      <dsp:spPr>
        <a:xfrm>
          <a:off x="973190" y="745552"/>
          <a:ext cx="1264141" cy="1264141"/>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1625F5-092F-4E02-952A-06A4A7FCA05F}">
      <dsp:nvSpPr>
        <dsp:cNvPr id="0" name=""/>
        <dsp:cNvSpPr/>
      </dsp:nvSpPr>
      <dsp:spPr>
        <a:xfrm>
          <a:off x="1242597" y="1014959"/>
          <a:ext cx="725326" cy="725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8A5373-7BE9-4A49-9057-F24A7E3D67C4}">
      <dsp:nvSpPr>
        <dsp:cNvPr id="0" name=""/>
        <dsp:cNvSpPr/>
      </dsp:nvSpPr>
      <dsp:spPr>
        <a:xfrm>
          <a:off x="569079" y="2403442"/>
          <a:ext cx="2072362" cy="120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t>4. Plan-Driven Development</a:t>
          </a:r>
          <a:endParaRPr lang="en-US" sz="1100" kern="1200"/>
        </a:p>
      </dsp:txBody>
      <dsp:txXfrm>
        <a:off x="569079" y="2403442"/>
        <a:ext cx="2072362" cy="1202343"/>
      </dsp:txXfrm>
    </dsp:sp>
    <dsp:sp modelId="{FB26BE5B-BB3B-40A2-8168-55F95E3CB563}">
      <dsp:nvSpPr>
        <dsp:cNvPr id="0" name=""/>
        <dsp:cNvSpPr/>
      </dsp:nvSpPr>
      <dsp:spPr>
        <a:xfrm>
          <a:off x="3408216" y="745552"/>
          <a:ext cx="1264141" cy="1264141"/>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A40DDC-5EBC-4241-AEA6-1637FF590E13}">
      <dsp:nvSpPr>
        <dsp:cNvPr id="0" name=""/>
        <dsp:cNvSpPr/>
      </dsp:nvSpPr>
      <dsp:spPr>
        <a:xfrm>
          <a:off x="3677623" y="1014959"/>
          <a:ext cx="725326" cy="725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678856-3DFA-4DF7-92DB-F4C58E2A928B}">
      <dsp:nvSpPr>
        <dsp:cNvPr id="0" name=""/>
        <dsp:cNvSpPr/>
      </dsp:nvSpPr>
      <dsp:spPr>
        <a:xfrm>
          <a:off x="3004105" y="2403442"/>
          <a:ext cx="2072362" cy="120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t>Basic Idea:</a:t>
          </a:r>
          <a:r>
            <a:rPr lang="en-US" sz="1100" kern="1200"/>
            <a:t> An approach where all process activities are planned, and progress is measured against this explicit, detailed plan.</a:t>
          </a:r>
        </a:p>
      </dsp:txBody>
      <dsp:txXfrm>
        <a:off x="3004105" y="2403442"/>
        <a:ext cx="2072362" cy="1202343"/>
      </dsp:txXfrm>
    </dsp:sp>
    <dsp:sp modelId="{44C5D6F7-7952-4766-929D-392F1CDE6F74}">
      <dsp:nvSpPr>
        <dsp:cNvPr id="0" name=""/>
        <dsp:cNvSpPr/>
      </dsp:nvSpPr>
      <dsp:spPr>
        <a:xfrm>
          <a:off x="5843242" y="745552"/>
          <a:ext cx="1264141" cy="1264141"/>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042DBC-E0B0-4FBE-8815-8449F70E3299}">
      <dsp:nvSpPr>
        <dsp:cNvPr id="0" name=""/>
        <dsp:cNvSpPr/>
      </dsp:nvSpPr>
      <dsp:spPr>
        <a:xfrm>
          <a:off x="6112649" y="1014959"/>
          <a:ext cx="725326" cy="725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89E2EF3-B0DD-4909-840D-EC042EDD919D}">
      <dsp:nvSpPr>
        <dsp:cNvPr id="0" name=""/>
        <dsp:cNvSpPr/>
      </dsp:nvSpPr>
      <dsp:spPr>
        <a:xfrm>
          <a:off x="5439131" y="2403442"/>
          <a:ext cx="2072362" cy="120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t>Work Progression:</a:t>
          </a:r>
          <a:r>
            <a:rPr lang="en-US" sz="1100" kern="1200"/>
            <a:t> Extensive upfront planning, detailed architectural design, formal milestone reviews, and strict change-management boards govern progression.</a:t>
          </a:r>
        </a:p>
      </dsp:txBody>
      <dsp:txXfrm>
        <a:off x="5439131" y="2403442"/>
        <a:ext cx="2072362" cy="1202343"/>
      </dsp:txXfrm>
    </dsp:sp>
    <dsp:sp modelId="{2E2C9A5E-0757-482D-A009-C495CC552658}">
      <dsp:nvSpPr>
        <dsp:cNvPr id="0" name=""/>
        <dsp:cNvSpPr/>
      </dsp:nvSpPr>
      <dsp:spPr>
        <a:xfrm>
          <a:off x="8278268" y="745552"/>
          <a:ext cx="1264141" cy="1264141"/>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C6C47F-C575-427C-8EE7-36DDCD076032}">
      <dsp:nvSpPr>
        <dsp:cNvPr id="0" name=""/>
        <dsp:cNvSpPr/>
      </dsp:nvSpPr>
      <dsp:spPr>
        <a:xfrm>
          <a:off x="8547675" y="1014959"/>
          <a:ext cx="725326" cy="725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374FA6-57BD-4475-8841-BC74FD31406F}">
      <dsp:nvSpPr>
        <dsp:cNvPr id="0" name=""/>
        <dsp:cNvSpPr/>
      </dsp:nvSpPr>
      <dsp:spPr>
        <a:xfrm>
          <a:off x="7874157" y="2403442"/>
          <a:ext cx="2072362" cy="120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t>Appropriate Projects:</a:t>
          </a:r>
          <a:r>
            <a:rPr lang="en-US" sz="1100" kern="1200"/>
            <a:t> Government contracts, defense systems, and highly regulated industries where compliance, safety, and traceability are mandatory.</a:t>
          </a:r>
        </a:p>
      </dsp:txBody>
      <dsp:txXfrm>
        <a:off x="7874157" y="2403442"/>
        <a:ext cx="2072362" cy="12023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E21505-6549-4323-AFCD-521381835D54}">
      <dsp:nvSpPr>
        <dsp:cNvPr id="0" name=""/>
        <dsp:cNvSpPr/>
      </dsp:nvSpPr>
      <dsp:spPr>
        <a:xfrm>
          <a:off x="973190" y="577373"/>
          <a:ext cx="1264141" cy="1264141"/>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D74380-B1EC-4EFF-81C2-A8741C11F4DA}">
      <dsp:nvSpPr>
        <dsp:cNvPr id="0" name=""/>
        <dsp:cNvSpPr/>
      </dsp:nvSpPr>
      <dsp:spPr>
        <a:xfrm>
          <a:off x="1242597" y="846780"/>
          <a:ext cx="725326" cy="725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28B075-E330-4649-A55D-9BB3FDE11E09}">
      <dsp:nvSpPr>
        <dsp:cNvPr id="0" name=""/>
        <dsp:cNvSpPr/>
      </dsp:nvSpPr>
      <dsp:spPr>
        <a:xfrm>
          <a:off x="569079" y="2235263"/>
          <a:ext cx="2072362" cy="1538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t>5. Agile Development</a:t>
          </a:r>
          <a:endParaRPr lang="en-US" sz="1100" kern="1200"/>
        </a:p>
      </dsp:txBody>
      <dsp:txXfrm>
        <a:off x="569079" y="2235263"/>
        <a:ext cx="2072362" cy="1538701"/>
      </dsp:txXfrm>
    </dsp:sp>
    <dsp:sp modelId="{09CA7A80-AD20-46C5-9B1F-53438EA9657D}">
      <dsp:nvSpPr>
        <dsp:cNvPr id="0" name=""/>
        <dsp:cNvSpPr/>
      </dsp:nvSpPr>
      <dsp:spPr>
        <a:xfrm>
          <a:off x="3408216" y="577373"/>
          <a:ext cx="1264141" cy="1264141"/>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9668B9-2712-4457-BC4E-877F31450C87}">
      <dsp:nvSpPr>
        <dsp:cNvPr id="0" name=""/>
        <dsp:cNvSpPr/>
      </dsp:nvSpPr>
      <dsp:spPr>
        <a:xfrm>
          <a:off x="3677623" y="846780"/>
          <a:ext cx="725326" cy="725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3CC551-F035-4B96-9E64-04745906113D}">
      <dsp:nvSpPr>
        <dsp:cNvPr id="0" name=""/>
        <dsp:cNvSpPr/>
      </dsp:nvSpPr>
      <dsp:spPr>
        <a:xfrm>
          <a:off x="3004105" y="2235263"/>
          <a:ext cx="2072362" cy="1538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t>Basic Idea:</a:t>
          </a:r>
          <a:r>
            <a:rPr lang="en-US" sz="1100" kern="1200"/>
            <a:t> An iterative and adaptive approach emphasizing rapid release cycles, customer collaboration, and the ability to respond flexibly to change over sticking to a rigid plan.</a:t>
          </a:r>
        </a:p>
      </dsp:txBody>
      <dsp:txXfrm>
        <a:off x="3004105" y="2235263"/>
        <a:ext cx="2072362" cy="1538701"/>
      </dsp:txXfrm>
    </dsp:sp>
    <dsp:sp modelId="{F168E505-A4C1-4A48-8A72-6EA510CEC689}">
      <dsp:nvSpPr>
        <dsp:cNvPr id="0" name=""/>
        <dsp:cNvSpPr/>
      </dsp:nvSpPr>
      <dsp:spPr>
        <a:xfrm>
          <a:off x="5843242" y="577373"/>
          <a:ext cx="1264141" cy="1264141"/>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5B975F-51D3-402B-9D62-4C7C40155845}">
      <dsp:nvSpPr>
        <dsp:cNvPr id="0" name=""/>
        <dsp:cNvSpPr/>
      </dsp:nvSpPr>
      <dsp:spPr>
        <a:xfrm>
          <a:off x="6112649" y="846780"/>
          <a:ext cx="725326" cy="725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3B84261-00ED-4E04-BB6F-0C9ED3FB4352}">
      <dsp:nvSpPr>
        <dsp:cNvPr id="0" name=""/>
        <dsp:cNvSpPr/>
      </dsp:nvSpPr>
      <dsp:spPr>
        <a:xfrm>
          <a:off x="5439131" y="2235263"/>
          <a:ext cx="2072362" cy="1538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t>Work Progression:</a:t>
          </a:r>
          <a:r>
            <a:rPr lang="en-US" sz="1100" kern="1200"/>
            <a:t> Development occurs in short iterations (sprints, typically 1–4 weeks). Cross-functional teams work on prioritized backlog tasks, releasing functioning software updates frequently.</a:t>
          </a:r>
        </a:p>
      </dsp:txBody>
      <dsp:txXfrm>
        <a:off x="5439131" y="2235263"/>
        <a:ext cx="2072362" cy="1538701"/>
      </dsp:txXfrm>
    </dsp:sp>
    <dsp:sp modelId="{F0E03052-48F7-4307-8C95-1AF5F3EB38F2}">
      <dsp:nvSpPr>
        <dsp:cNvPr id="0" name=""/>
        <dsp:cNvSpPr/>
      </dsp:nvSpPr>
      <dsp:spPr>
        <a:xfrm>
          <a:off x="8278268" y="577373"/>
          <a:ext cx="1264141" cy="1264141"/>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63B914-7A0B-45DA-B5DF-9389E169D3A4}">
      <dsp:nvSpPr>
        <dsp:cNvPr id="0" name=""/>
        <dsp:cNvSpPr/>
      </dsp:nvSpPr>
      <dsp:spPr>
        <a:xfrm>
          <a:off x="8547675" y="846780"/>
          <a:ext cx="725326" cy="725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63164E5-D172-49D6-A358-55285F0F6B2F}">
      <dsp:nvSpPr>
        <dsp:cNvPr id="0" name=""/>
        <dsp:cNvSpPr/>
      </dsp:nvSpPr>
      <dsp:spPr>
        <a:xfrm>
          <a:off x="7874157" y="2235263"/>
          <a:ext cx="2072362" cy="1538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t>Appropriate Projects:</a:t>
          </a:r>
          <a:r>
            <a:rPr lang="en-US" sz="1100" kern="1200"/>
            <a:t> Consumer applications, SaaS products, startups, and projects operating in volatile market environments.</a:t>
          </a:r>
        </a:p>
      </dsp:txBody>
      <dsp:txXfrm>
        <a:off x="7874157" y="2235263"/>
        <a:ext cx="2072362" cy="1538701"/>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9279AA-8D39-492F-AF4C-915FCB15897D}"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61EF2C-6D76-46C3-AD21-C2C4ECDBF17F}" type="slidenum">
              <a:rPr lang="en-US" smtClean="0"/>
              <a:t>‹#›</a:t>
            </a:fld>
            <a:endParaRPr lang="en-US"/>
          </a:p>
        </p:txBody>
      </p:sp>
    </p:spTree>
    <p:extLst>
      <p:ext uri="{BB962C8B-B14F-4D97-AF65-F5344CB8AC3E}">
        <p14:creationId xmlns:p14="http://schemas.microsoft.com/office/powerpoint/2010/main" val="2914299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61EF2C-6D76-46C3-AD21-C2C4ECDBF17F}" type="slidenum">
              <a:rPr lang="en-US" smtClean="0"/>
              <a:t>2</a:t>
            </a:fld>
            <a:endParaRPr lang="en-US"/>
          </a:p>
        </p:txBody>
      </p:sp>
    </p:spTree>
    <p:extLst>
      <p:ext uri="{BB962C8B-B14F-4D97-AF65-F5344CB8AC3E}">
        <p14:creationId xmlns:p14="http://schemas.microsoft.com/office/powerpoint/2010/main" val="3430560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61EF2C-6D76-46C3-AD21-C2C4ECDBF17F}" type="slidenum">
              <a:rPr lang="en-US" smtClean="0"/>
              <a:t>11</a:t>
            </a:fld>
            <a:endParaRPr lang="en-US"/>
          </a:p>
        </p:txBody>
      </p:sp>
    </p:spTree>
    <p:extLst>
      <p:ext uri="{BB962C8B-B14F-4D97-AF65-F5344CB8AC3E}">
        <p14:creationId xmlns:p14="http://schemas.microsoft.com/office/powerpoint/2010/main" val="2875578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58FD9-92F5-BCD4-B523-4B4AB6AA54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90AEADC-67A0-E03C-0945-72C2C4C6F3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DD045F-7815-EB24-BCDB-F119DDF2E806}"/>
              </a:ext>
            </a:extLst>
          </p:cNvPr>
          <p:cNvSpPr>
            <a:spLocks noGrp="1"/>
          </p:cNvSpPr>
          <p:nvPr>
            <p:ph type="dt" sz="half" idx="10"/>
          </p:nvPr>
        </p:nvSpPr>
        <p:spPr/>
        <p:txBody>
          <a:bodyPr/>
          <a:lstStyle/>
          <a:p>
            <a:fld id="{1105BCB8-A062-4F29-A80B-342ECE60F408}" type="datetimeFigureOut">
              <a:rPr lang="en-US" smtClean="0"/>
              <a:t>10/19/2026</a:t>
            </a:fld>
            <a:endParaRPr lang="en-US"/>
          </a:p>
        </p:txBody>
      </p:sp>
      <p:sp>
        <p:nvSpPr>
          <p:cNvPr id="5" name="Footer Placeholder 4">
            <a:extLst>
              <a:ext uri="{FF2B5EF4-FFF2-40B4-BE49-F238E27FC236}">
                <a16:creationId xmlns:a16="http://schemas.microsoft.com/office/drawing/2014/main" id="{CFFB4C01-8079-1295-AF77-3771E38757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8050A4-8429-902C-B2EE-AB9A02E93577}"/>
              </a:ext>
            </a:extLst>
          </p:cNvPr>
          <p:cNvSpPr>
            <a:spLocks noGrp="1"/>
          </p:cNvSpPr>
          <p:nvPr>
            <p:ph type="sldNum" sz="quarter" idx="12"/>
          </p:nvPr>
        </p:nvSpPr>
        <p:spPr/>
        <p:txBody>
          <a:bodyPr/>
          <a:lstStyle/>
          <a:p>
            <a:fld id="{FD48AC6A-595E-42FD-910E-AAB8E4365892}" type="slidenum">
              <a:rPr lang="en-US" smtClean="0"/>
              <a:t>‹#›</a:t>
            </a:fld>
            <a:endParaRPr lang="en-US"/>
          </a:p>
        </p:txBody>
      </p:sp>
    </p:spTree>
    <p:extLst>
      <p:ext uri="{BB962C8B-B14F-4D97-AF65-F5344CB8AC3E}">
        <p14:creationId xmlns:p14="http://schemas.microsoft.com/office/powerpoint/2010/main" val="26425820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15069-65BF-54A7-86A9-63DA8CBB30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EB7866-8829-B5C7-D660-1A9D143C2C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1881B7-57C8-97C1-5B41-59995E874127}"/>
              </a:ext>
            </a:extLst>
          </p:cNvPr>
          <p:cNvSpPr>
            <a:spLocks noGrp="1"/>
          </p:cNvSpPr>
          <p:nvPr>
            <p:ph type="dt" sz="half" idx="10"/>
          </p:nvPr>
        </p:nvSpPr>
        <p:spPr/>
        <p:txBody>
          <a:bodyPr/>
          <a:lstStyle/>
          <a:p>
            <a:fld id="{1105BCB8-A062-4F29-A80B-342ECE60F408}" type="datetimeFigureOut">
              <a:rPr lang="en-US" smtClean="0"/>
              <a:t>10/19/2026</a:t>
            </a:fld>
            <a:endParaRPr lang="en-US"/>
          </a:p>
        </p:txBody>
      </p:sp>
      <p:sp>
        <p:nvSpPr>
          <p:cNvPr id="5" name="Footer Placeholder 4">
            <a:extLst>
              <a:ext uri="{FF2B5EF4-FFF2-40B4-BE49-F238E27FC236}">
                <a16:creationId xmlns:a16="http://schemas.microsoft.com/office/drawing/2014/main" id="{13B40F50-8E08-23B2-5542-FBF3F2A06B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F4BACF-6A51-986B-A990-37E93D39F2CA}"/>
              </a:ext>
            </a:extLst>
          </p:cNvPr>
          <p:cNvSpPr>
            <a:spLocks noGrp="1"/>
          </p:cNvSpPr>
          <p:nvPr>
            <p:ph type="sldNum" sz="quarter" idx="12"/>
          </p:nvPr>
        </p:nvSpPr>
        <p:spPr/>
        <p:txBody>
          <a:bodyPr/>
          <a:lstStyle/>
          <a:p>
            <a:fld id="{FD48AC6A-595E-42FD-910E-AAB8E4365892}" type="slidenum">
              <a:rPr lang="en-US" smtClean="0"/>
              <a:t>‹#›</a:t>
            </a:fld>
            <a:endParaRPr lang="en-US"/>
          </a:p>
        </p:txBody>
      </p:sp>
    </p:spTree>
    <p:extLst>
      <p:ext uri="{BB962C8B-B14F-4D97-AF65-F5344CB8AC3E}">
        <p14:creationId xmlns:p14="http://schemas.microsoft.com/office/powerpoint/2010/main" val="1878192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1C02A-F2D5-AD32-656A-1B5D05AD69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0920DF-AF78-02A9-2034-53232233F1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02B12D-62E5-34D9-86F4-48C47121DE92}"/>
              </a:ext>
            </a:extLst>
          </p:cNvPr>
          <p:cNvSpPr>
            <a:spLocks noGrp="1"/>
          </p:cNvSpPr>
          <p:nvPr>
            <p:ph type="dt" sz="half" idx="10"/>
          </p:nvPr>
        </p:nvSpPr>
        <p:spPr/>
        <p:txBody>
          <a:bodyPr/>
          <a:lstStyle/>
          <a:p>
            <a:fld id="{1105BCB8-A062-4F29-A80B-342ECE60F408}" type="datetimeFigureOut">
              <a:rPr lang="en-US" smtClean="0"/>
              <a:t>10/19/2026</a:t>
            </a:fld>
            <a:endParaRPr lang="en-US"/>
          </a:p>
        </p:txBody>
      </p:sp>
      <p:sp>
        <p:nvSpPr>
          <p:cNvPr id="5" name="Footer Placeholder 4">
            <a:extLst>
              <a:ext uri="{FF2B5EF4-FFF2-40B4-BE49-F238E27FC236}">
                <a16:creationId xmlns:a16="http://schemas.microsoft.com/office/drawing/2014/main" id="{64DD0122-41EA-7C1D-24B9-99C42832DE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DEB168-D1F1-EA50-618C-2118BFAC50EB}"/>
              </a:ext>
            </a:extLst>
          </p:cNvPr>
          <p:cNvSpPr>
            <a:spLocks noGrp="1"/>
          </p:cNvSpPr>
          <p:nvPr>
            <p:ph type="sldNum" sz="quarter" idx="12"/>
          </p:nvPr>
        </p:nvSpPr>
        <p:spPr/>
        <p:txBody>
          <a:bodyPr/>
          <a:lstStyle/>
          <a:p>
            <a:fld id="{FD48AC6A-595E-42FD-910E-AAB8E4365892}" type="slidenum">
              <a:rPr lang="en-US" smtClean="0"/>
              <a:t>‹#›</a:t>
            </a:fld>
            <a:endParaRPr lang="en-US"/>
          </a:p>
        </p:txBody>
      </p:sp>
    </p:spTree>
    <p:extLst>
      <p:ext uri="{BB962C8B-B14F-4D97-AF65-F5344CB8AC3E}">
        <p14:creationId xmlns:p14="http://schemas.microsoft.com/office/powerpoint/2010/main" val="16518190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F4E08-6C8C-5106-1FC7-23E88BFD84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7132EE-08C0-FEB4-0DFD-7CE10647CF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F09193F-98C7-036A-E13B-8513603DBF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A40547-9A31-617A-E068-FBA7E23661D4}"/>
              </a:ext>
            </a:extLst>
          </p:cNvPr>
          <p:cNvSpPr>
            <a:spLocks noGrp="1"/>
          </p:cNvSpPr>
          <p:nvPr>
            <p:ph type="dt" sz="half" idx="10"/>
          </p:nvPr>
        </p:nvSpPr>
        <p:spPr/>
        <p:txBody>
          <a:bodyPr/>
          <a:lstStyle/>
          <a:p>
            <a:fld id="{1105BCB8-A062-4F29-A80B-342ECE60F408}" type="datetimeFigureOut">
              <a:rPr lang="en-US" smtClean="0"/>
              <a:t>10/19/2026</a:t>
            </a:fld>
            <a:endParaRPr lang="en-US"/>
          </a:p>
        </p:txBody>
      </p:sp>
      <p:sp>
        <p:nvSpPr>
          <p:cNvPr id="6" name="Footer Placeholder 5">
            <a:extLst>
              <a:ext uri="{FF2B5EF4-FFF2-40B4-BE49-F238E27FC236}">
                <a16:creationId xmlns:a16="http://schemas.microsoft.com/office/drawing/2014/main" id="{8F854BE2-D662-6AA9-7C36-8768FD86F4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380B98-E785-2E5C-8A2D-98EEFEAA281B}"/>
              </a:ext>
            </a:extLst>
          </p:cNvPr>
          <p:cNvSpPr>
            <a:spLocks noGrp="1"/>
          </p:cNvSpPr>
          <p:nvPr>
            <p:ph type="sldNum" sz="quarter" idx="12"/>
          </p:nvPr>
        </p:nvSpPr>
        <p:spPr/>
        <p:txBody>
          <a:bodyPr/>
          <a:lstStyle/>
          <a:p>
            <a:fld id="{FD48AC6A-595E-42FD-910E-AAB8E4365892}" type="slidenum">
              <a:rPr lang="en-US" smtClean="0"/>
              <a:t>‹#›</a:t>
            </a:fld>
            <a:endParaRPr lang="en-US"/>
          </a:p>
        </p:txBody>
      </p:sp>
    </p:spTree>
    <p:extLst>
      <p:ext uri="{BB962C8B-B14F-4D97-AF65-F5344CB8AC3E}">
        <p14:creationId xmlns:p14="http://schemas.microsoft.com/office/powerpoint/2010/main" val="2110327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E8120-4949-2427-E0C0-B79706D056A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8FD060-38A1-1443-60F3-8B739A2601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B7A0E5-3501-5BE5-6EE2-5272E1ACEA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AE1D596-3143-DA5A-8419-DE4A9BDAF4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E6E52D-5A49-69BE-4AE7-3C3471637D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882E3F8-7A2E-73A4-E4CA-9DC22D72AEA6}"/>
              </a:ext>
            </a:extLst>
          </p:cNvPr>
          <p:cNvSpPr>
            <a:spLocks noGrp="1"/>
          </p:cNvSpPr>
          <p:nvPr>
            <p:ph type="dt" sz="half" idx="10"/>
          </p:nvPr>
        </p:nvSpPr>
        <p:spPr/>
        <p:txBody>
          <a:bodyPr/>
          <a:lstStyle/>
          <a:p>
            <a:fld id="{1105BCB8-A062-4F29-A80B-342ECE60F408}" type="datetimeFigureOut">
              <a:rPr lang="en-US" smtClean="0"/>
              <a:t>10/19/2026</a:t>
            </a:fld>
            <a:endParaRPr lang="en-US"/>
          </a:p>
        </p:txBody>
      </p:sp>
      <p:sp>
        <p:nvSpPr>
          <p:cNvPr id="8" name="Footer Placeholder 7">
            <a:extLst>
              <a:ext uri="{FF2B5EF4-FFF2-40B4-BE49-F238E27FC236}">
                <a16:creationId xmlns:a16="http://schemas.microsoft.com/office/drawing/2014/main" id="{60487792-124C-24CB-5CCB-0C410425F84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72665F4-ACB3-1845-8C5B-D8B4FC703282}"/>
              </a:ext>
            </a:extLst>
          </p:cNvPr>
          <p:cNvSpPr>
            <a:spLocks noGrp="1"/>
          </p:cNvSpPr>
          <p:nvPr>
            <p:ph type="sldNum" sz="quarter" idx="12"/>
          </p:nvPr>
        </p:nvSpPr>
        <p:spPr/>
        <p:txBody>
          <a:bodyPr/>
          <a:lstStyle/>
          <a:p>
            <a:fld id="{FD48AC6A-595E-42FD-910E-AAB8E4365892}" type="slidenum">
              <a:rPr lang="en-US" smtClean="0"/>
              <a:t>‹#›</a:t>
            </a:fld>
            <a:endParaRPr lang="en-US"/>
          </a:p>
        </p:txBody>
      </p:sp>
    </p:spTree>
    <p:extLst>
      <p:ext uri="{BB962C8B-B14F-4D97-AF65-F5344CB8AC3E}">
        <p14:creationId xmlns:p14="http://schemas.microsoft.com/office/powerpoint/2010/main" val="2016652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B5B5E-6165-C797-2FE8-70CF36D632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7FB8FC-E51B-0D91-8DCA-FB1DBAEF9D1F}"/>
              </a:ext>
            </a:extLst>
          </p:cNvPr>
          <p:cNvSpPr>
            <a:spLocks noGrp="1"/>
          </p:cNvSpPr>
          <p:nvPr>
            <p:ph type="dt" sz="half" idx="10"/>
          </p:nvPr>
        </p:nvSpPr>
        <p:spPr/>
        <p:txBody>
          <a:bodyPr/>
          <a:lstStyle/>
          <a:p>
            <a:fld id="{1105BCB8-A062-4F29-A80B-342ECE60F408}" type="datetimeFigureOut">
              <a:rPr lang="en-US" smtClean="0"/>
              <a:t>10/19/2026</a:t>
            </a:fld>
            <a:endParaRPr lang="en-US"/>
          </a:p>
        </p:txBody>
      </p:sp>
      <p:sp>
        <p:nvSpPr>
          <p:cNvPr id="4" name="Footer Placeholder 3">
            <a:extLst>
              <a:ext uri="{FF2B5EF4-FFF2-40B4-BE49-F238E27FC236}">
                <a16:creationId xmlns:a16="http://schemas.microsoft.com/office/drawing/2014/main" id="{C6EB3DB2-8404-A94C-0AE5-DD676E7C5A2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F985288-42F6-5150-1178-22C3EA9BD5E7}"/>
              </a:ext>
            </a:extLst>
          </p:cNvPr>
          <p:cNvSpPr>
            <a:spLocks noGrp="1"/>
          </p:cNvSpPr>
          <p:nvPr>
            <p:ph type="sldNum" sz="quarter" idx="12"/>
          </p:nvPr>
        </p:nvSpPr>
        <p:spPr/>
        <p:txBody>
          <a:bodyPr/>
          <a:lstStyle/>
          <a:p>
            <a:fld id="{FD48AC6A-595E-42FD-910E-AAB8E4365892}" type="slidenum">
              <a:rPr lang="en-US" smtClean="0"/>
              <a:t>‹#›</a:t>
            </a:fld>
            <a:endParaRPr lang="en-US"/>
          </a:p>
        </p:txBody>
      </p:sp>
    </p:spTree>
    <p:extLst>
      <p:ext uri="{BB962C8B-B14F-4D97-AF65-F5344CB8AC3E}">
        <p14:creationId xmlns:p14="http://schemas.microsoft.com/office/powerpoint/2010/main" val="44899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E6929A-04B1-9C49-8CBE-FE05BF44D558}"/>
              </a:ext>
            </a:extLst>
          </p:cNvPr>
          <p:cNvSpPr>
            <a:spLocks noGrp="1"/>
          </p:cNvSpPr>
          <p:nvPr>
            <p:ph type="dt" sz="half" idx="10"/>
          </p:nvPr>
        </p:nvSpPr>
        <p:spPr/>
        <p:txBody>
          <a:bodyPr/>
          <a:lstStyle/>
          <a:p>
            <a:fld id="{1105BCB8-A062-4F29-A80B-342ECE60F408}" type="datetimeFigureOut">
              <a:rPr lang="en-US" smtClean="0"/>
              <a:t>10/19/2026</a:t>
            </a:fld>
            <a:endParaRPr lang="en-US"/>
          </a:p>
        </p:txBody>
      </p:sp>
      <p:sp>
        <p:nvSpPr>
          <p:cNvPr id="3" name="Footer Placeholder 2">
            <a:extLst>
              <a:ext uri="{FF2B5EF4-FFF2-40B4-BE49-F238E27FC236}">
                <a16:creationId xmlns:a16="http://schemas.microsoft.com/office/drawing/2014/main" id="{C66BD972-726A-9EE4-0819-9FE7F04140E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A7F883-4164-A064-0D9E-DBB5CCE189ED}"/>
              </a:ext>
            </a:extLst>
          </p:cNvPr>
          <p:cNvSpPr>
            <a:spLocks noGrp="1"/>
          </p:cNvSpPr>
          <p:nvPr>
            <p:ph type="sldNum" sz="quarter" idx="12"/>
          </p:nvPr>
        </p:nvSpPr>
        <p:spPr/>
        <p:txBody>
          <a:bodyPr/>
          <a:lstStyle/>
          <a:p>
            <a:fld id="{FD48AC6A-595E-42FD-910E-AAB8E4365892}" type="slidenum">
              <a:rPr lang="en-US" smtClean="0"/>
              <a:t>‹#›</a:t>
            </a:fld>
            <a:endParaRPr lang="en-US"/>
          </a:p>
        </p:txBody>
      </p:sp>
    </p:spTree>
    <p:extLst>
      <p:ext uri="{BB962C8B-B14F-4D97-AF65-F5344CB8AC3E}">
        <p14:creationId xmlns:p14="http://schemas.microsoft.com/office/powerpoint/2010/main" val="2084493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5D0B0-1B18-5EE7-E835-511D64950C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D562400-3E4F-FCA6-D2F7-5C10ABAD09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15FC7A-6271-EF24-A73D-B29320F387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5C81F7-8EF9-BA0C-9FCF-64ECB211C8CF}"/>
              </a:ext>
            </a:extLst>
          </p:cNvPr>
          <p:cNvSpPr>
            <a:spLocks noGrp="1"/>
          </p:cNvSpPr>
          <p:nvPr>
            <p:ph type="dt" sz="half" idx="10"/>
          </p:nvPr>
        </p:nvSpPr>
        <p:spPr/>
        <p:txBody>
          <a:bodyPr/>
          <a:lstStyle/>
          <a:p>
            <a:fld id="{1105BCB8-A062-4F29-A80B-342ECE60F408}" type="datetimeFigureOut">
              <a:rPr lang="en-US" smtClean="0"/>
              <a:t>10/19/2026</a:t>
            </a:fld>
            <a:endParaRPr lang="en-US"/>
          </a:p>
        </p:txBody>
      </p:sp>
      <p:sp>
        <p:nvSpPr>
          <p:cNvPr id="6" name="Footer Placeholder 5">
            <a:extLst>
              <a:ext uri="{FF2B5EF4-FFF2-40B4-BE49-F238E27FC236}">
                <a16:creationId xmlns:a16="http://schemas.microsoft.com/office/drawing/2014/main" id="{95993498-756D-6AC3-B49C-B2B4BE8F00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7605EE-9C93-D3ED-722F-F5219CC23C1B}"/>
              </a:ext>
            </a:extLst>
          </p:cNvPr>
          <p:cNvSpPr>
            <a:spLocks noGrp="1"/>
          </p:cNvSpPr>
          <p:nvPr>
            <p:ph type="sldNum" sz="quarter" idx="12"/>
          </p:nvPr>
        </p:nvSpPr>
        <p:spPr/>
        <p:txBody>
          <a:bodyPr/>
          <a:lstStyle/>
          <a:p>
            <a:fld id="{FD48AC6A-595E-42FD-910E-AAB8E4365892}" type="slidenum">
              <a:rPr lang="en-US" smtClean="0"/>
              <a:t>‹#›</a:t>
            </a:fld>
            <a:endParaRPr lang="en-US"/>
          </a:p>
        </p:txBody>
      </p:sp>
    </p:spTree>
    <p:extLst>
      <p:ext uri="{BB962C8B-B14F-4D97-AF65-F5344CB8AC3E}">
        <p14:creationId xmlns:p14="http://schemas.microsoft.com/office/powerpoint/2010/main" val="3468102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2224B-669F-6E62-9F83-414DAA54BF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EB1CBCC-BD7B-3518-276E-C0881B086A91}"/>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7D66901-471D-D77D-0BF2-AF04F3EA51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410E1A-3F83-0774-C210-287725DD5A3F}"/>
              </a:ext>
            </a:extLst>
          </p:cNvPr>
          <p:cNvSpPr>
            <a:spLocks noGrp="1"/>
          </p:cNvSpPr>
          <p:nvPr>
            <p:ph type="dt" sz="half" idx="10"/>
          </p:nvPr>
        </p:nvSpPr>
        <p:spPr/>
        <p:txBody>
          <a:bodyPr/>
          <a:lstStyle/>
          <a:p>
            <a:fld id="{1105BCB8-A062-4F29-A80B-342ECE60F408}" type="datetimeFigureOut">
              <a:rPr lang="en-US" smtClean="0"/>
              <a:t>10/19/2026</a:t>
            </a:fld>
            <a:endParaRPr lang="en-US"/>
          </a:p>
        </p:txBody>
      </p:sp>
      <p:sp>
        <p:nvSpPr>
          <p:cNvPr id="6" name="Footer Placeholder 5">
            <a:extLst>
              <a:ext uri="{FF2B5EF4-FFF2-40B4-BE49-F238E27FC236}">
                <a16:creationId xmlns:a16="http://schemas.microsoft.com/office/drawing/2014/main" id="{0343C84C-80B9-86F4-653B-22B6E62A72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C50848-FA44-D260-20BC-B525E71E88FE}"/>
              </a:ext>
            </a:extLst>
          </p:cNvPr>
          <p:cNvSpPr>
            <a:spLocks noGrp="1"/>
          </p:cNvSpPr>
          <p:nvPr>
            <p:ph type="sldNum" sz="quarter" idx="12"/>
          </p:nvPr>
        </p:nvSpPr>
        <p:spPr/>
        <p:txBody>
          <a:bodyPr/>
          <a:lstStyle/>
          <a:p>
            <a:fld id="{FD48AC6A-595E-42FD-910E-AAB8E4365892}" type="slidenum">
              <a:rPr lang="en-US" smtClean="0"/>
              <a:t>‹#›</a:t>
            </a:fld>
            <a:endParaRPr lang="en-US"/>
          </a:p>
        </p:txBody>
      </p:sp>
    </p:spTree>
    <p:extLst>
      <p:ext uri="{BB962C8B-B14F-4D97-AF65-F5344CB8AC3E}">
        <p14:creationId xmlns:p14="http://schemas.microsoft.com/office/powerpoint/2010/main" val="4054465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5F64D-D697-6B0C-9162-9A64CB4F4E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FB41EC-1D02-AD22-A317-098B3AE4F6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C09DA2-61F8-6CC4-10CC-D72E729EF3AB}"/>
              </a:ext>
            </a:extLst>
          </p:cNvPr>
          <p:cNvSpPr>
            <a:spLocks noGrp="1"/>
          </p:cNvSpPr>
          <p:nvPr>
            <p:ph type="dt" sz="half" idx="10"/>
          </p:nvPr>
        </p:nvSpPr>
        <p:spPr/>
        <p:txBody>
          <a:bodyPr/>
          <a:lstStyle/>
          <a:p>
            <a:fld id="{1105BCB8-A062-4F29-A80B-342ECE60F408}" type="datetimeFigureOut">
              <a:rPr lang="en-US" smtClean="0"/>
              <a:t>10/19/2026</a:t>
            </a:fld>
            <a:endParaRPr lang="en-US"/>
          </a:p>
        </p:txBody>
      </p:sp>
      <p:sp>
        <p:nvSpPr>
          <p:cNvPr id="5" name="Footer Placeholder 4">
            <a:extLst>
              <a:ext uri="{FF2B5EF4-FFF2-40B4-BE49-F238E27FC236}">
                <a16:creationId xmlns:a16="http://schemas.microsoft.com/office/drawing/2014/main" id="{88709B59-8C18-0C44-EB95-6983B18CC4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DBCA0C-8552-1768-2704-CBB1425CB711}"/>
              </a:ext>
            </a:extLst>
          </p:cNvPr>
          <p:cNvSpPr>
            <a:spLocks noGrp="1"/>
          </p:cNvSpPr>
          <p:nvPr>
            <p:ph type="sldNum" sz="quarter" idx="12"/>
          </p:nvPr>
        </p:nvSpPr>
        <p:spPr/>
        <p:txBody>
          <a:bodyPr/>
          <a:lstStyle/>
          <a:p>
            <a:fld id="{FD48AC6A-595E-42FD-910E-AAB8E4365892}" type="slidenum">
              <a:rPr lang="en-US" smtClean="0"/>
              <a:t>‹#›</a:t>
            </a:fld>
            <a:endParaRPr lang="en-US"/>
          </a:p>
        </p:txBody>
      </p:sp>
    </p:spTree>
    <p:extLst>
      <p:ext uri="{BB962C8B-B14F-4D97-AF65-F5344CB8AC3E}">
        <p14:creationId xmlns:p14="http://schemas.microsoft.com/office/powerpoint/2010/main" val="3406049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EA077C-7ACF-854B-586F-348079FC77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1743976-674A-7344-B3DB-301A6AD8C5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E16580-04F7-468A-0D70-7E947B899D16}"/>
              </a:ext>
            </a:extLst>
          </p:cNvPr>
          <p:cNvSpPr>
            <a:spLocks noGrp="1"/>
          </p:cNvSpPr>
          <p:nvPr>
            <p:ph type="dt" sz="half" idx="10"/>
          </p:nvPr>
        </p:nvSpPr>
        <p:spPr/>
        <p:txBody>
          <a:bodyPr/>
          <a:lstStyle/>
          <a:p>
            <a:fld id="{1105BCB8-A062-4F29-A80B-342ECE60F408}" type="datetimeFigureOut">
              <a:rPr lang="en-US" smtClean="0"/>
              <a:t>10/19/2026</a:t>
            </a:fld>
            <a:endParaRPr lang="en-US"/>
          </a:p>
        </p:txBody>
      </p:sp>
      <p:sp>
        <p:nvSpPr>
          <p:cNvPr id="5" name="Footer Placeholder 4">
            <a:extLst>
              <a:ext uri="{FF2B5EF4-FFF2-40B4-BE49-F238E27FC236}">
                <a16:creationId xmlns:a16="http://schemas.microsoft.com/office/drawing/2014/main" id="{A44D445D-E250-DDD4-4BA2-4D9ADED20E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3807D6-C5C9-11E4-409C-103CD0A8EE2D}"/>
              </a:ext>
            </a:extLst>
          </p:cNvPr>
          <p:cNvSpPr>
            <a:spLocks noGrp="1"/>
          </p:cNvSpPr>
          <p:nvPr>
            <p:ph type="sldNum" sz="quarter" idx="12"/>
          </p:nvPr>
        </p:nvSpPr>
        <p:spPr/>
        <p:txBody>
          <a:bodyPr/>
          <a:lstStyle/>
          <a:p>
            <a:fld id="{FD48AC6A-595E-42FD-910E-AAB8E4365892}" type="slidenum">
              <a:rPr lang="en-US" smtClean="0"/>
              <a:t>‹#›</a:t>
            </a:fld>
            <a:endParaRPr lang="en-US"/>
          </a:p>
        </p:txBody>
      </p:sp>
    </p:spTree>
    <p:extLst>
      <p:ext uri="{BB962C8B-B14F-4D97-AF65-F5344CB8AC3E}">
        <p14:creationId xmlns:p14="http://schemas.microsoft.com/office/powerpoint/2010/main" val="2135800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7B922-0363-DA03-73AF-B5284B662D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F7318B3-6FDB-AB05-86DD-28AB78CE04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E94FE3-B6F9-5664-3C1C-BD4B6A8F78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105BCB8-A062-4F29-A80B-342ECE60F408}" type="datetimeFigureOut">
              <a:rPr lang="en-US" smtClean="0"/>
              <a:t>10/19/2026</a:t>
            </a:fld>
            <a:endParaRPr lang="en-US"/>
          </a:p>
        </p:txBody>
      </p:sp>
      <p:sp>
        <p:nvSpPr>
          <p:cNvPr id="5" name="Footer Placeholder 4">
            <a:extLst>
              <a:ext uri="{FF2B5EF4-FFF2-40B4-BE49-F238E27FC236}">
                <a16:creationId xmlns:a16="http://schemas.microsoft.com/office/drawing/2014/main" id="{3FC78669-9D79-6EAE-2CFF-41D040754D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CF9C80D-756E-B6CE-D1E2-834181E13F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D48AC6A-595E-42FD-910E-AAB8E4365892}" type="slidenum">
              <a:rPr lang="en-US" smtClean="0"/>
              <a:t>‹#›</a:t>
            </a:fld>
            <a:endParaRPr lang="en-US"/>
          </a:p>
        </p:txBody>
      </p:sp>
    </p:spTree>
    <p:extLst>
      <p:ext uri="{BB962C8B-B14F-4D97-AF65-F5344CB8AC3E}">
        <p14:creationId xmlns:p14="http://schemas.microsoft.com/office/powerpoint/2010/main" val="1376323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epic.com/" TargetMode="External"/><Relationship Id="rId2" Type="http://schemas.openxmlformats.org/officeDocument/2006/relationships/hyperlink" Target="https://engineering.shopify.com/"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32E42B3-DB33-18FE-B408-5F40439C870D}"/>
              </a:ext>
            </a:extLst>
          </p:cNvPr>
          <p:cNvSpPr>
            <a:spLocks noGrp="1"/>
          </p:cNvSpPr>
          <p:nvPr>
            <p:ph type="ctrTitle"/>
          </p:nvPr>
        </p:nvSpPr>
        <p:spPr>
          <a:xfrm>
            <a:off x="1386865" y="818984"/>
            <a:ext cx="6596245" cy="3268520"/>
          </a:xfrm>
        </p:spPr>
        <p:txBody>
          <a:bodyPr>
            <a:normAutofit/>
          </a:bodyPr>
          <a:lstStyle/>
          <a:p>
            <a:pPr algn="r"/>
            <a:r>
              <a:rPr lang="en-US" sz="4800">
                <a:solidFill>
                  <a:srgbClr val="FFFFFF"/>
                </a:solidFill>
              </a:rPr>
              <a:t>Software Process in Software Engineering</a:t>
            </a:r>
          </a:p>
        </p:txBody>
      </p:sp>
      <p:sp>
        <p:nvSpPr>
          <p:cNvPr id="13" name="Rectangle 12">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A4201614-E06B-145D-9D65-EB6607D066EB}"/>
              </a:ext>
            </a:extLst>
          </p:cNvPr>
          <p:cNvSpPr>
            <a:spLocks noGrp="1"/>
          </p:cNvSpPr>
          <p:nvPr>
            <p:ph type="subTitle" idx="1"/>
          </p:nvPr>
        </p:nvSpPr>
        <p:spPr>
          <a:xfrm>
            <a:off x="1931874" y="4797188"/>
            <a:ext cx="6051236" cy="1241828"/>
          </a:xfrm>
        </p:spPr>
        <p:txBody>
          <a:bodyPr>
            <a:normAutofit/>
          </a:bodyPr>
          <a:lstStyle/>
          <a:p>
            <a:pPr algn="r"/>
            <a:r>
              <a:rPr lang="en-US">
                <a:solidFill>
                  <a:srgbClr val="FFFFFF"/>
                </a:solidFill>
              </a:rPr>
              <a:t>By Yino Alva</a:t>
            </a:r>
          </a:p>
        </p:txBody>
      </p:sp>
      <p:sp>
        <p:nvSpPr>
          <p:cNvPr id="15" name="Rectangle 14">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1277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EC1110D-70B4-9838-CFDD-4EA2D8166878}"/>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Part 1: What is Software Process?</a:t>
            </a:r>
          </a:p>
        </p:txBody>
      </p:sp>
      <p:sp>
        <p:nvSpPr>
          <p:cNvPr id="3" name="Content Placeholder 2">
            <a:extLst>
              <a:ext uri="{FF2B5EF4-FFF2-40B4-BE49-F238E27FC236}">
                <a16:creationId xmlns:a16="http://schemas.microsoft.com/office/drawing/2014/main" id="{EA3929DA-B55D-6D0A-5BC8-5C7C1C4E94A6}"/>
              </a:ext>
            </a:extLst>
          </p:cNvPr>
          <p:cNvSpPr>
            <a:spLocks noGrp="1"/>
          </p:cNvSpPr>
          <p:nvPr>
            <p:ph idx="1"/>
          </p:nvPr>
        </p:nvSpPr>
        <p:spPr>
          <a:xfrm>
            <a:off x="6503158" y="649480"/>
            <a:ext cx="4862447" cy="5546047"/>
          </a:xfrm>
        </p:spPr>
        <p:txBody>
          <a:bodyPr anchor="ctr">
            <a:normAutofit/>
          </a:bodyPr>
          <a:lstStyle/>
          <a:p>
            <a:r>
              <a:rPr lang="en-US" sz="2000" b="1"/>
              <a:t>Definition of Software Process </a:t>
            </a:r>
            <a:r>
              <a:rPr lang="en-US" sz="2000"/>
              <a:t>: A software process is a structured set of activities required to plan, design, develop, test, and maintain a software system. Rather than writing code in an ad-hoc manner, a software process provides a systematic framework that ensures predictability, quality, and maintainability throughout the system's life cycle.</a:t>
            </a:r>
          </a:p>
          <a:p>
            <a:endParaRPr lang="en-US" sz="2000"/>
          </a:p>
        </p:txBody>
      </p:sp>
    </p:spTree>
    <p:extLst>
      <p:ext uri="{BB962C8B-B14F-4D97-AF65-F5344CB8AC3E}">
        <p14:creationId xmlns:p14="http://schemas.microsoft.com/office/powerpoint/2010/main" val="2955815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B9D29F6-ABB5-5EA8-4FF2-744006D8EE39}"/>
              </a:ext>
            </a:extLst>
          </p:cNvPr>
          <p:cNvSpPr>
            <a:spLocks noGrp="1"/>
          </p:cNvSpPr>
          <p:nvPr>
            <p:ph idx="1"/>
          </p:nvPr>
        </p:nvSpPr>
        <p:spPr>
          <a:xfrm>
            <a:off x="6503158" y="649480"/>
            <a:ext cx="4862447" cy="5546047"/>
          </a:xfrm>
        </p:spPr>
        <p:txBody>
          <a:bodyPr anchor="ctr">
            <a:normAutofit/>
          </a:bodyPr>
          <a:lstStyle/>
          <a:p>
            <a:pPr>
              <a:buNone/>
            </a:pPr>
            <a:r>
              <a:rPr lang="en-US" sz="1400" b="1" dirty="0"/>
              <a:t>2. Why Software Development Requires an Organized Process :</a:t>
            </a:r>
          </a:p>
          <a:p>
            <a:pPr>
              <a:buNone/>
            </a:pPr>
            <a:r>
              <a:rPr lang="en-US" sz="1400" b="1" dirty="0"/>
              <a:t>	</a:t>
            </a:r>
            <a:r>
              <a:rPr lang="en-US" sz="1400" dirty="0"/>
              <a:t>Software engineering is fundamentally different from simple programming. While ad-hoc programming works for small, single-developer projects ("toy applications"), large-scale software systems are built by multi-disciplinary teams, must handle complex user requirements, and must evolve over many years. An organized software process is necessary because:</a:t>
            </a:r>
          </a:p>
          <a:p>
            <a:pPr marL="342900" lvl="0" indent="-342900">
              <a:buFont typeface="Arial" panose="020B0604020202020204" pitchFamily="34" charset="0"/>
              <a:buChar char="•"/>
            </a:pPr>
            <a:r>
              <a:rPr lang="en-US" sz="1400" b="1" dirty="0"/>
              <a:t>Complexity &amp; Scale:</a:t>
            </a:r>
            <a:r>
              <a:rPr lang="en-US" sz="1400" dirty="0"/>
              <a:t> Modern software involves millions of lines of code and numerous interacting components.</a:t>
            </a:r>
          </a:p>
          <a:p>
            <a:pPr marL="342900" lvl="0" indent="-342900">
              <a:buFont typeface="Arial" panose="020B0604020202020204" pitchFamily="34" charset="0"/>
              <a:buChar char="•"/>
            </a:pPr>
            <a:r>
              <a:rPr lang="en-US" sz="1400" b="1" dirty="0"/>
              <a:t>Team Coordination:</a:t>
            </a:r>
            <a:r>
              <a:rPr lang="en-US" sz="1400" dirty="0"/>
              <a:t> Clear structures define who does what, when, and how, preventing duplicated work or conflicting architectural decisions.</a:t>
            </a:r>
          </a:p>
          <a:p>
            <a:pPr marL="342900" lvl="0" indent="-342900">
              <a:buFont typeface="Arial" panose="020B0604020202020204" pitchFamily="34" charset="0"/>
              <a:buChar char="•"/>
            </a:pPr>
            <a:r>
              <a:rPr lang="en-US" sz="1400" b="1" dirty="0"/>
              <a:t>Cost &amp; Schedule Control:</a:t>
            </a:r>
            <a:r>
              <a:rPr lang="en-US" sz="1400" dirty="0"/>
              <a:t> Structured processes enable project estimation, resource planning, and progress tracking to avoid severe cost and time overruns.</a:t>
            </a:r>
          </a:p>
          <a:p>
            <a:pPr marL="342900" lvl="0" indent="-342900">
              <a:buFont typeface="Arial" panose="020B0604020202020204" pitchFamily="34" charset="0"/>
              <a:buChar char="•"/>
            </a:pPr>
            <a:r>
              <a:rPr lang="en-US" sz="1400" b="1" dirty="0"/>
              <a:t>Quality Assurance:</a:t>
            </a:r>
            <a:r>
              <a:rPr lang="en-US" sz="1400" dirty="0"/>
              <a:t> Systematic testing and validation ensure the software is reliable, secure, and meets stakeholder requirements before release.</a:t>
            </a:r>
          </a:p>
          <a:p>
            <a:endParaRPr lang="en-US" sz="1400" dirty="0"/>
          </a:p>
        </p:txBody>
      </p:sp>
    </p:spTree>
    <p:extLst>
      <p:ext uri="{BB962C8B-B14F-4D97-AF65-F5344CB8AC3E}">
        <p14:creationId xmlns:p14="http://schemas.microsoft.com/office/powerpoint/2010/main" val="3166010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88E47F-032F-DB7D-6110-EC1E9B56F35C}"/>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3012A54-20A4-171E-D423-6C8E1660C50C}"/>
              </a:ext>
            </a:extLst>
          </p:cNvPr>
          <p:cNvSpPr>
            <a:spLocks noGrp="1"/>
          </p:cNvSpPr>
          <p:nvPr>
            <p:ph idx="1"/>
          </p:nvPr>
        </p:nvSpPr>
        <p:spPr>
          <a:xfrm>
            <a:off x="4810259" y="649480"/>
            <a:ext cx="6555347" cy="5546047"/>
          </a:xfrm>
        </p:spPr>
        <p:txBody>
          <a:bodyPr anchor="ctr">
            <a:normAutofit/>
          </a:bodyPr>
          <a:lstStyle/>
          <a:p>
            <a:pPr marL="0" indent="0">
              <a:buNone/>
            </a:pPr>
            <a:r>
              <a:rPr lang="en-US" sz="1900" b="1"/>
              <a:t>3. Four Fundamental Software Process Activities</a:t>
            </a:r>
          </a:p>
          <a:p>
            <a:r>
              <a:rPr lang="en-US" sz="1900"/>
              <a:t>Regardless of the methodology used (Waterfall, Agile, or Hybrid), all software processes comprise four core activities:</a:t>
            </a:r>
          </a:p>
          <a:p>
            <a:r>
              <a:rPr lang="en-US" sz="1900" b="1"/>
              <a:t>Software Specification (Requirements Engineering):</a:t>
            </a:r>
            <a:r>
              <a:rPr lang="en-US" sz="1900"/>
              <a:t> Defining what the system should do, its operational constraints, and the needs of software users and stakeholders.</a:t>
            </a:r>
          </a:p>
          <a:p>
            <a:r>
              <a:rPr lang="en-US" sz="1900" b="1"/>
              <a:t>Software Design and Implementation:</a:t>
            </a:r>
            <a:r>
              <a:rPr lang="en-US" sz="1900"/>
              <a:t> Engineering the architecture, data structures, and code logic to produce an executable software system according to specification.</a:t>
            </a:r>
          </a:p>
          <a:p>
            <a:r>
              <a:rPr lang="en-US" sz="1900" b="1"/>
              <a:t>Software Validation:</a:t>
            </a:r>
            <a:r>
              <a:rPr lang="en-US" sz="1900"/>
              <a:t> Verifying and testing the software to ensure that it operates correctly and conforms to customer expectations.</a:t>
            </a:r>
          </a:p>
          <a:p>
            <a:r>
              <a:rPr lang="en-US" sz="1900" b="1"/>
              <a:t>Software Evolution:</a:t>
            </a:r>
            <a:r>
              <a:rPr lang="en-US" sz="1900"/>
              <a:t> Modifying, updating, and extending the software over time to adapt to changing user requirements, market conditions, and technology environments.</a:t>
            </a:r>
          </a:p>
          <a:p>
            <a:endParaRPr lang="en-US" sz="1900"/>
          </a:p>
          <a:p>
            <a:endParaRPr lang="en-US" sz="1900"/>
          </a:p>
        </p:txBody>
      </p:sp>
    </p:spTree>
    <p:extLst>
      <p:ext uri="{BB962C8B-B14F-4D97-AF65-F5344CB8AC3E}">
        <p14:creationId xmlns:p14="http://schemas.microsoft.com/office/powerpoint/2010/main" val="3303356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4A1029-D16A-71BF-9D63-A48065954D36}"/>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781116D-1797-2C4A-9C2D-E941325DB48C}"/>
              </a:ext>
            </a:extLst>
          </p:cNvPr>
          <p:cNvSpPr>
            <a:spLocks noGrp="1"/>
          </p:cNvSpPr>
          <p:nvPr>
            <p:ph idx="1"/>
          </p:nvPr>
        </p:nvSpPr>
        <p:spPr>
          <a:xfrm>
            <a:off x="4810259" y="649480"/>
            <a:ext cx="6555347" cy="5546047"/>
          </a:xfrm>
        </p:spPr>
        <p:txBody>
          <a:bodyPr anchor="ctr">
            <a:normAutofit/>
          </a:bodyPr>
          <a:lstStyle/>
          <a:p>
            <a:pPr marL="0" indent="0">
              <a:buNone/>
            </a:pPr>
            <a:r>
              <a:rPr lang="en-US" sz="2000" b="1"/>
              <a:t>4. Practical Example</a:t>
            </a:r>
          </a:p>
          <a:p>
            <a:r>
              <a:rPr lang="en-US" sz="2000"/>
              <a:t>Consider developing a </a:t>
            </a:r>
            <a:r>
              <a:rPr lang="en-US" sz="2000" b="1"/>
              <a:t>Mobile Banking Application</a:t>
            </a:r>
            <a:r>
              <a:rPr lang="en-US" sz="2000"/>
              <a:t>:</a:t>
            </a:r>
          </a:p>
          <a:p>
            <a:pPr lvl="0"/>
            <a:r>
              <a:rPr lang="en-US" sz="2000" b="1"/>
              <a:t>Specification:</a:t>
            </a:r>
            <a:r>
              <a:rPr lang="en-US" sz="2000"/>
              <a:t> Engineers gather requirements from bank regulators and customers (e.g., login security, account balance display, wire transfers).</a:t>
            </a:r>
          </a:p>
          <a:p>
            <a:pPr lvl="0"/>
            <a:r>
              <a:rPr lang="en-US" sz="2000" b="1"/>
              <a:t>Design &amp; Implementation:</a:t>
            </a:r>
            <a:r>
              <a:rPr lang="en-US" sz="2000"/>
              <a:t> Software architects design secure database schemas and REST APIs while mobile developers write code in Swift/Kotlin.</a:t>
            </a:r>
          </a:p>
          <a:p>
            <a:pPr lvl="0"/>
            <a:r>
              <a:rPr lang="en-US" sz="2000" b="1"/>
              <a:t>Validation:</a:t>
            </a:r>
            <a:r>
              <a:rPr lang="en-US" sz="2000"/>
              <a:t> Quality assurance (QA) teams run automated security checks, unit tests, and user-acceptance testing (UAT) to confirm transfers occur accurately.</a:t>
            </a:r>
          </a:p>
          <a:p>
            <a:pPr lvl="0"/>
            <a:r>
              <a:rPr lang="en-US" sz="2000" b="1"/>
              <a:t>Evolution:</a:t>
            </a:r>
            <a:r>
              <a:rPr lang="en-US" sz="2000"/>
              <a:t> Post-launch, the development team releases updates to support biometric authentication (Face ID) or new tax reporting laws.</a:t>
            </a:r>
          </a:p>
          <a:p>
            <a:endParaRPr lang="en-US" sz="2000"/>
          </a:p>
        </p:txBody>
      </p:sp>
    </p:spTree>
    <p:extLst>
      <p:ext uri="{BB962C8B-B14F-4D97-AF65-F5344CB8AC3E}">
        <p14:creationId xmlns:p14="http://schemas.microsoft.com/office/powerpoint/2010/main" val="816144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1D6AD2-FC8B-7AD6-8AA1-2BA0EB59831C}"/>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1C9DEF-09F1-B630-6ABC-BA7A8F8C8AA1}"/>
              </a:ext>
            </a:extLst>
          </p:cNvPr>
          <p:cNvSpPr>
            <a:spLocks noGrp="1"/>
          </p:cNvSpPr>
          <p:nvPr>
            <p:ph type="title"/>
          </p:nvPr>
        </p:nvSpPr>
        <p:spPr>
          <a:xfrm>
            <a:off x="686834" y="1153572"/>
            <a:ext cx="3200400" cy="4461163"/>
          </a:xfrm>
        </p:spPr>
        <p:txBody>
          <a:bodyPr>
            <a:normAutofit/>
          </a:bodyPr>
          <a:lstStyle/>
          <a:p>
            <a:r>
              <a:rPr lang="en-US">
                <a:solidFill>
                  <a:srgbClr val="FFFFFF"/>
                </a:solidFill>
              </a:rPr>
              <a:t>Part 2 : Software Process Models</a:t>
            </a:r>
          </a:p>
        </p:txBody>
      </p:sp>
      <p:sp>
        <p:nvSpPr>
          <p:cNvPr id="7" name="Arc 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3CAFA6-B88A-8BD8-9028-F940D649D889}"/>
                  </a:ext>
                </a:extLst>
              </p:cNvPr>
              <p:cNvSpPr>
                <a:spLocks noGrp="1"/>
              </p:cNvSpPr>
              <p:nvPr>
                <p:ph idx="1"/>
              </p:nvPr>
            </p:nvSpPr>
            <p:spPr>
              <a:xfrm>
                <a:off x="4447308" y="591344"/>
                <a:ext cx="6906491" cy="5585619"/>
              </a:xfrm>
            </p:spPr>
            <p:txBody>
              <a:bodyPr anchor="ctr">
                <a:normAutofit/>
              </a:bodyPr>
              <a:lstStyle/>
              <a:p>
                <a:pPr marL="0" indent="0">
                  <a:buNone/>
                </a:pPr>
                <a:r>
                  <a:rPr lang="en-US" sz="2400" b="1"/>
                  <a:t>1. Waterfall Model</a:t>
                </a:r>
              </a:p>
              <a:p>
                <a:pPr lvl="0"/>
                <a:r>
                  <a:rPr lang="en-US" sz="2400" b="1"/>
                  <a:t>Basic Idea:</a:t>
                </a:r>
                <a:r>
                  <a:rPr lang="en-US" sz="2400"/>
                  <a:t> A classic plan-driven model where software development flows sequentially through distinct phases.</a:t>
                </a:r>
              </a:p>
              <a:p>
                <a:pPr lvl="0"/>
                <a:r>
                  <a:rPr lang="en-US" sz="2400" b="1"/>
                  <a:t>Work Progression:</a:t>
                </a:r>
                <a:r>
                  <a:rPr lang="en-US" sz="2400"/>
                  <a:t> Work moves strictly step-by-step: Requirements </a:t>
                </a:r>
                <a14:m>
                  <m:oMath xmlns:m="http://schemas.openxmlformats.org/officeDocument/2006/math">
                    <m:r>
                      <a:rPr lang="en-US" sz="2400">
                        <a:latin typeface="Cambria Math" panose="02040503050406030204" pitchFamily="18" charset="0"/>
                      </a:rPr>
                      <m:t>→</m:t>
                    </m:r>
                  </m:oMath>
                </a14:m>
                <a:r>
                  <a:rPr lang="en-US" sz="2400"/>
                  <a:t>System/Software Design </a:t>
                </a:r>
                <a14:m>
                  <m:oMath xmlns:m="http://schemas.openxmlformats.org/officeDocument/2006/math">
                    <m:r>
                      <a:rPr lang="en-US" sz="2400">
                        <a:latin typeface="Cambria Math" panose="02040503050406030204" pitchFamily="18" charset="0"/>
                      </a:rPr>
                      <m:t>→</m:t>
                    </m:r>
                  </m:oMath>
                </a14:m>
                <a:r>
                  <a:rPr lang="en-US" sz="2400"/>
                  <a:t>Implementation </a:t>
                </a:r>
                <a14:m>
                  <m:oMath xmlns:m="http://schemas.openxmlformats.org/officeDocument/2006/math">
                    <m:r>
                      <a:rPr lang="en-US" sz="2400">
                        <a:latin typeface="Cambria Math" panose="02040503050406030204" pitchFamily="18" charset="0"/>
                      </a:rPr>
                      <m:t>→</m:t>
                    </m:r>
                  </m:oMath>
                </a14:m>
                <a:r>
                  <a:rPr lang="en-US" sz="2400"/>
                  <a:t>Integration &amp; System Testing </a:t>
                </a:r>
                <a14:m>
                  <m:oMath xmlns:m="http://schemas.openxmlformats.org/officeDocument/2006/math">
                    <m:r>
                      <a:rPr lang="en-US" sz="2400">
                        <a:latin typeface="Cambria Math" panose="02040503050406030204" pitchFamily="18" charset="0"/>
                      </a:rPr>
                      <m:t>→</m:t>
                    </m:r>
                  </m:oMath>
                </a14:m>
                <a:r>
                  <a:rPr lang="en-US" sz="2400"/>
                  <a:t>Operation &amp; Maintenance. A phase must be formally completed and documented before the next phase begins.</a:t>
                </a:r>
              </a:p>
              <a:p>
                <a:pPr lvl="0"/>
                <a:r>
                  <a:rPr lang="en-US" sz="2400" b="1"/>
                  <a:t>Appropriate Projects:</a:t>
                </a:r>
                <a:r>
                  <a:rPr lang="en-US" sz="2400"/>
                  <a:t> Large engineering projects, safety-critical systems (e.g., flight control software, medical devices), and embedded systems with stable, upfront requirements.</a:t>
                </a:r>
              </a:p>
              <a:p>
                <a:endParaRPr lang="en-US" sz="2400"/>
              </a:p>
            </p:txBody>
          </p:sp>
        </mc:Choice>
        <mc:Fallback xmlns="">
          <p:sp>
            <p:nvSpPr>
              <p:cNvPr id="3" name="Content Placeholder 2">
                <a:extLst>
                  <a:ext uri="{FF2B5EF4-FFF2-40B4-BE49-F238E27FC236}">
                    <a16:creationId xmlns:a16="http://schemas.microsoft.com/office/drawing/2014/main" id="{8B3CAFA6-B88A-8BD8-9028-F940D649D889}"/>
                  </a:ext>
                </a:extLst>
              </p:cNvPr>
              <p:cNvSpPr>
                <a:spLocks noGrp="1" noRot="1" noChangeAspect="1" noMove="1" noResize="1" noEditPoints="1" noAdjustHandles="1" noChangeArrowheads="1" noChangeShapeType="1" noTextEdit="1"/>
              </p:cNvSpPr>
              <p:nvPr>
                <p:ph idx="1"/>
              </p:nvPr>
            </p:nvSpPr>
            <p:spPr>
              <a:xfrm>
                <a:off x="4447308" y="591344"/>
                <a:ext cx="6906491" cy="5585619"/>
              </a:xfrm>
              <a:blipFill>
                <a:blip r:embed="rId2"/>
                <a:stretch>
                  <a:fillRect l="-1413" t="-3930" r="-1767"/>
                </a:stretch>
              </a:blipFill>
            </p:spPr>
            <p:txBody>
              <a:bodyPr/>
              <a:lstStyle/>
              <a:p>
                <a:r>
                  <a:rPr lang="en-US">
                    <a:noFill/>
                  </a:rPr>
                  <a:t> </a:t>
                </a:r>
              </a:p>
            </p:txBody>
          </p:sp>
        </mc:Fallback>
      </mc:AlternateContent>
    </p:spTree>
    <p:extLst>
      <p:ext uri="{BB962C8B-B14F-4D97-AF65-F5344CB8AC3E}">
        <p14:creationId xmlns:p14="http://schemas.microsoft.com/office/powerpoint/2010/main" val="593241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Rounded Corners 4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7" name="Content Placeholder 2">
            <a:extLst>
              <a:ext uri="{FF2B5EF4-FFF2-40B4-BE49-F238E27FC236}">
                <a16:creationId xmlns:a16="http://schemas.microsoft.com/office/drawing/2014/main" id="{CA975A78-1DC5-E673-9B79-B246829A5C7C}"/>
              </a:ext>
            </a:extLst>
          </p:cNvPr>
          <p:cNvGraphicFramePr>
            <a:graphicFrameLocks noGrp="1"/>
          </p:cNvGraphicFramePr>
          <p:nvPr>
            <p:ph idx="1"/>
            <p:extLst>
              <p:ext uri="{D42A27DB-BD31-4B8C-83A1-F6EECF244321}">
                <p14:modId xmlns:p14="http://schemas.microsoft.com/office/powerpoint/2010/main" val="2287732365"/>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06317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0E08EF-BFC2-F003-5B7D-8ADD8EA669A4}"/>
            </a:ext>
          </a:extLst>
        </p:cNvPr>
        <p:cNvGrpSpPr/>
        <p:nvPr/>
      </p:nvGrpSpPr>
      <p:grpSpPr>
        <a:xfrm>
          <a:off x="0" y="0"/>
          <a:ext cx="0" cy="0"/>
          <a:chOff x="0" y="0"/>
          <a:chExt cx="0" cy="0"/>
        </a:xfrm>
      </p:grpSpPr>
      <p:sp>
        <p:nvSpPr>
          <p:cNvPr id="39" name="Rectangle 3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Rounded Corners 4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4" name="Content Placeholder 2">
            <a:extLst>
              <a:ext uri="{FF2B5EF4-FFF2-40B4-BE49-F238E27FC236}">
                <a16:creationId xmlns:a16="http://schemas.microsoft.com/office/drawing/2014/main" id="{4E9D082B-0072-6199-A6A2-332EABFA8375}"/>
              </a:ext>
            </a:extLst>
          </p:cNvPr>
          <p:cNvGraphicFramePr>
            <a:graphicFrameLocks noGrp="1"/>
          </p:cNvGraphicFramePr>
          <p:nvPr>
            <p:ph idx="1"/>
            <p:extLst>
              <p:ext uri="{D42A27DB-BD31-4B8C-83A1-F6EECF244321}">
                <p14:modId xmlns:p14="http://schemas.microsoft.com/office/powerpoint/2010/main" val="993535799"/>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35453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B55BFE-5DD9-303F-8490-EE54D300BAAC}"/>
            </a:ext>
          </a:extLst>
        </p:cNvPr>
        <p:cNvGrpSpPr/>
        <p:nvPr/>
      </p:nvGrpSpPr>
      <p:grpSpPr>
        <a:xfrm>
          <a:off x="0" y="0"/>
          <a:ext cx="0" cy="0"/>
          <a:chOff x="0" y="0"/>
          <a:chExt cx="0" cy="0"/>
        </a:xfrm>
      </p:grpSpPr>
      <p:sp>
        <p:nvSpPr>
          <p:cNvPr id="39" name="Rectangle 38">
            <a:extLst>
              <a:ext uri="{FF2B5EF4-FFF2-40B4-BE49-F238E27FC236}">
                <a16:creationId xmlns:a16="http://schemas.microsoft.com/office/drawing/2014/main" id="{F6758162-9FF8-FEDD-9D50-E01E125BB8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Rounded Corners 40">
            <a:extLst>
              <a:ext uri="{FF2B5EF4-FFF2-40B4-BE49-F238E27FC236}">
                <a16:creationId xmlns:a16="http://schemas.microsoft.com/office/drawing/2014/main" id="{EF4BE538-D36C-ADAE-2D20-D246B47B1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073FEE1-F9A3-4633-7162-B20CCFF3A70A}"/>
              </a:ext>
            </a:extLst>
          </p:cNvPr>
          <p:cNvGraphicFramePr>
            <a:graphicFrameLocks noGrp="1"/>
          </p:cNvGraphicFramePr>
          <p:nvPr>
            <p:ph idx="1"/>
            <p:extLst>
              <p:ext uri="{D42A27DB-BD31-4B8C-83A1-F6EECF244321}">
                <p14:modId xmlns:p14="http://schemas.microsoft.com/office/powerpoint/2010/main" val="2159963004"/>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78522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B8059B-C5D8-A235-2E13-82C49FFA8957}"/>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4B12FF93-2AF6-A300-3CA1-7F2C2F2F9A1F}"/>
              </a:ext>
            </a:extLst>
          </p:cNvPr>
          <p:cNvGraphicFramePr>
            <a:graphicFrameLocks noGrp="1"/>
          </p:cNvGraphicFramePr>
          <p:nvPr>
            <p:ph idx="1"/>
            <p:extLst>
              <p:ext uri="{D42A27DB-BD31-4B8C-83A1-F6EECF244321}">
                <p14:modId xmlns:p14="http://schemas.microsoft.com/office/powerpoint/2010/main" val="3494245255"/>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29189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31" name="Rectangle 3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Rectangle 3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FDB918-B271-B653-622E-5CEC1A6220FA}"/>
              </a:ext>
            </a:extLst>
          </p:cNvPr>
          <p:cNvSpPr>
            <a:spLocks noGrp="1"/>
          </p:cNvSpPr>
          <p:nvPr>
            <p:ph type="title"/>
          </p:nvPr>
        </p:nvSpPr>
        <p:spPr>
          <a:xfrm>
            <a:off x="1043631" y="809898"/>
            <a:ext cx="9942716" cy="1554480"/>
          </a:xfrm>
        </p:spPr>
        <p:txBody>
          <a:bodyPr anchor="ctr">
            <a:normAutofit/>
          </a:bodyPr>
          <a:lstStyle/>
          <a:p>
            <a:r>
              <a:rPr lang="en-US" sz="4800" dirty="0"/>
              <a:t>Part 3: The Waterfall Model</a:t>
            </a:r>
          </a:p>
        </p:txBody>
      </p:sp>
      <p:sp>
        <p:nvSpPr>
          <p:cNvPr id="23" name="Content Placeholder 2">
            <a:extLst>
              <a:ext uri="{FF2B5EF4-FFF2-40B4-BE49-F238E27FC236}">
                <a16:creationId xmlns:a16="http://schemas.microsoft.com/office/drawing/2014/main" id="{CB5150C6-94BD-2DBE-6EC7-6AA3C03FC2BA}"/>
              </a:ext>
            </a:extLst>
          </p:cNvPr>
          <p:cNvSpPr>
            <a:spLocks noGrp="1"/>
          </p:cNvSpPr>
          <p:nvPr>
            <p:ph idx="1"/>
          </p:nvPr>
        </p:nvSpPr>
        <p:spPr>
          <a:xfrm>
            <a:off x="1045028" y="3017522"/>
            <a:ext cx="9941319" cy="3124658"/>
          </a:xfrm>
        </p:spPr>
        <p:txBody>
          <a:bodyPr anchor="ctr">
            <a:normAutofit/>
          </a:bodyPr>
          <a:lstStyle/>
          <a:p>
            <a:pPr marL="0" indent="0">
              <a:buNone/>
            </a:pPr>
            <a:r>
              <a:rPr lang="en-US" sz="1500" b="1"/>
              <a:t>1. Major Phases of the Waterfall Model</a:t>
            </a:r>
          </a:p>
          <a:p>
            <a:pPr lvl="0"/>
            <a:r>
              <a:rPr lang="en-US" sz="1500" b="1"/>
              <a:t>Requirements Definition:</a:t>
            </a:r>
            <a:r>
              <a:rPr lang="en-US" sz="1500"/>
              <a:t> Consultations with system stakeholders establish the system's goals, services, and constraints, which are then documented in detail.</a:t>
            </a:r>
          </a:p>
          <a:p>
            <a:pPr lvl="0"/>
            <a:r>
              <a:rPr lang="en-US" sz="1500" b="1"/>
              <a:t>System and Software Design:</a:t>
            </a:r>
            <a:r>
              <a:rPr lang="en-US" sz="1500"/>
              <a:t> Establishes an overall system architecture and defines basic software abstractions and relationships.</a:t>
            </a:r>
          </a:p>
          <a:p>
            <a:pPr lvl="0"/>
            <a:r>
              <a:rPr lang="en-US" sz="1500" b="1"/>
              <a:t>Implementation and Unit Testing:</a:t>
            </a:r>
            <a:r>
              <a:rPr lang="en-US" sz="1500"/>
              <a:t> Software design is realized as a set of programs or program units, and individual modules are verified against specifications.</a:t>
            </a:r>
          </a:p>
          <a:p>
            <a:pPr lvl="0"/>
            <a:r>
              <a:rPr lang="en-US" sz="1500" b="1"/>
              <a:t>Integration and System Testing:</a:t>
            </a:r>
            <a:r>
              <a:rPr lang="en-US" sz="1500"/>
              <a:t> Individual program units are integrated and tested as a complete system to ensure software requirements are met.</a:t>
            </a:r>
          </a:p>
          <a:p>
            <a:pPr lvl="0"/>
            <a:r>
              <a:rPr lang="en-US" sz="1500" b="1"/>
              <a:t>Operation and Maintenance:</a:t>
            </a:r>
            <a:r>
              <a:rPr lang="en-US" sz="1500"/>
              <a:t> The system is installed and put into practical use. Maintenance involves correcting errors, improving units, and enhancing system services as new requirements surface.</a:t>
            </a:r>
          </a:p>
          <a:p>
            <a:endParaRPr lang="en-US" sz="1500"/>
          </a:p>
        </p:txBody>
      </p:sp>
      <p:cxnSp>
        <p:nvCxnSpPr>
          <p:cNvPr id="37" name="Straight Connector 3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0936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CF72F19-1473-448C-AA14-0CB8AA374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4E1CD-0C0B-C420-40BF-D1CDEE3AEC93}"/>
              </a:ext>
            </a:extLst>
          </p:cNvPr>
          <p:cNvSpPr>
            <a:spLocks noGrp="1"/>
          </p:cNvSpPr>
          <p:nvPr>
            <p:ph type="title"/>
          </p:nvPr>
        </p:nvSpPr>
        <p:spPr>
          <a:xfrm>
            <a:off x="599609" y="679731"/>
            <a:ext cx="4171994" cy="3736540"/>
          </a:xfrm>
        </p:spPr>
        <p:txBody>
          <a:bodyPr vert="horz" lIns="91440" tIns="45720" rIns="91440" bIns="45720" rtlCol="0" anchor="b">
            <a:normAutofit/>
          </a:bodyPr>
          <a:lstStyle/>
          <a:p>
            <a:r>
              <a:rPr lang="en-US" sz="6000"/>
              <a:t>Waterfall Diagram</a:t>
            </a:r>
          </a:p>
        </p:txBody>
      </p:sp>
      <p:grpSp>
        <p:nvGrpSpPr>
          <p:cNvPr id="7" name="Group 6">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13" name="Straight Connector 12">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The Waterfall Model diagram illustrates a linear software development process, starting with requirements gathering, followed by system analysis, design, implementation, testing, deployment, and finally, operation and maintenance.&#10;&#10;AI-generated content may be incorrect.">
            <a:extLst>
              <a:ext uri="{FF2B5EF4-FFF2-40B4-BE49-F238E27FC236}">
                <a16:creationId xmlns:a16="http://schemas.microsoft.com/office/drawing/2014/main" id="{D73051E0-D586-C701-9651-F4B4C621F882}"/>
              </a:ext>
            </a:extLst>
          </p:cNvPr>
          <p:cNvPicPr>
            <a:picLocks noChangeAspect="1"/>
          </p:cNvPicPr>
          <p:nvPr/>
        </p:nvPicPr>
        <p:blipFill>
          <a:blip r:embed="rId2"/>
          <a:srcRect l="34496" r="11235"/>
          <a:stretch>
            <a:fillRect/>
          </a:stretch>
        </p:blipFill>
        <p:spPr>
          <a:xfrm>
            <a:off x="5640572" y="557360"/>
            <a:ext cx="5608830" cy="5632704"/>
          </a:xfrm>
          <a:prstGeom prst="rect">
            <a:avLst/>
          </a:prstGeom>
        </p:spPr>
      </p:pic>
    </p:spTree>
    <p:extLst>
      <p:ext uri="{BB962C8B-B14F-4D97-AF65-F5344CB8AC3E}">
        <p14:creationId xmlns:p14="http://schemas.microsoft.com/office/powerpoint/2010/main" val="3381096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DF1FA9-C4CD-84E7-8684-77A7810E736E}"/>
              </a:ext>
            </a:extLst>
          </p:cNvPr>
          <p:cNvSpPr>
            <a:spLocks noGrp="1"/>
          </p:cNvSpPr>
          <p:nvPr>
            <p:ph type="title"/>
          </p:nvPr>
        </p:nvSpPr>
        <p:spPr>
          <a:xfrm>
            <a:off x="808638" y="386930"/>
            <a:ext cx="9236700" cy="1188950"/>
          </a:xfrm>
        </p:spPr>
        <p:txBody>
          <a:bodyPr anchor="b">
            <a:normAutofit/>
          </a:bodyPr>
          <a:lstStyle/>
          <a:p>
            <a:r>
              <a:rPr lang="en-US" sz="5400"/>
              <a:t>2. Why Waterfall is "Plan-Driven"</a:t>
            </a:r>
          </a:p>
        </p:txBody>
      </p:sp>
      <p:grpSp>
        <p:nvGrpSpPr>
          <p:cNvPr id="6" name="Group 5">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7E3C94E-DA58-218B-B4F8-61F3622457AA}"/>
              </a:ext>
            </a:extLst>
          </p:cNvPr>
          <p:cNvSpPr>
            <a:spLocks noGrp="1"/>
          </p:cNvSpPr>
          <p:nvPr>
            <p:ph idx="1"/>
          </p:nvPr>
        </p:nvSpPr>
        <p:spPr>
          <a:xfrm>
            <a:off x="793660" y="2599509"/>
            <a:ext cx="10143668" cy="3435531"/>
          </a:xfrm>
        </p:spPr>
        <p:txBody>
          <a:bodyPr anchor="ctr">
            <a:normAutofit/>
          </a:bodyPr>
          <a:lstStyle/>
          <a:p>
            <a:r>
              <a:rPr lang="en-US" sz="2400"/>
              <a:t>Waterfall is categorized as plan-driven because all process activities—budget, schedule, software architecture, and system requirements—are explicitly planned before software development begins. Progress is tracked directly against documented project plans and milestones.</a:t>
            </a:r>
          </a:p>
          <a:p>
            <a:endParaRPr lang="en-US" sz="2400"/>
          </a:p>
        </p:txBody>
      </p:sp>
    </p:spTree>
    <p:extLst>
      <p:ext uri="{BB962C8B-B14F-4D97-AF65-F5344CB8AC3E}">
        <p14:creationId xmlns:p14="http://schemas.microsoft.com/office/powerpoint/2010/main" val="17743243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8FA038-0582-54E8-FB06-B17CE67E99FE}"/>
              </a:ext>
            </a:extLst>
          </p:cNvPr>
          <p:cNvSpPr>
            <a:spLocks noGrp="1"/>
          </p:cNvSpPr>
          <p:nvPr>
            <p:ph type="title"/>
          </p:nvPr>
        </p:nvSpPr>
        <p:spPr>
          <a:xfrm>
            <a:off x="808638" y="386930"/>
            <a:ext cx="9236700" cy="1188950"/>
          </a:xfrm>
        </p:spPr>
        <p:txBody>
          <a:bodyPr anchor="b">
            <a:normAutofit/>
          </a:bodyPr>
          <a:lstStyle/>
          <a:p>
            <a:r>
              <a:rPr lang="en-US" sz="3000"/>
              <a:t>3. Importance of Documentation and Phase Completion</a:t>
            </a:r>
            <a:br>
              <a:rPr lang="en-US" sz="3000"/>
            </a:br>
            <a:endParaRPr lang="en-US" sz="3000"/>
          </a:p>
        </p:txBody>
      </p:sp>
      <p:grpSp>
        <p:nvGrpSpPr>
          <p:cNvPr id="6" name="Group 5">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E4B878F-E0A7-6D36-3872-C1129B4C16B5}"/>
              </a:ext>
            </a:extLst>
          </p:cNvPr>
          <p:cNvSpPr>
            <a:spLocks noGrp="1"/>
          </p:cNvSpPr>
          <p:nvPr>
            <p:ph idx="1"/>
          </p:nvPr>
        </p:nvSpPr>
        <p:spPr>
          <a:xfrm>
            <a:off x="793660" y="2599509"/>
            <a:ext cx="10143668" cy="3435531"/>
          </a:xfrm>
        </p:spPr>
        <p:txBody>
          <a:bodyPr anchor="ctr">
            <a:normAutofit/>
          </a:bodyPr>
          <a:lstStyle/>
          <a:p>
            <a:r>
              <a:rPr lang="en-US" sz="2400"/>
              <a:t>Because teams often transition between distinct phases or groups (e.g., systems analyst team to software development team), comprehensive documentation serves as the primary communication bridge. Sign-offs and completed phase deliverables ensure that requirements and architectural specifications are fully validated before committing financial and technical resources to subsequent stages.</a:t>
            </a:r>
          </a:p>
        </p:txBody>
      </p:sp>
    </p:spTree>
    <p:extLst>
      <p:ext uri="{BB962C8B-B14F-4D97-AF65-F5344CB8AC3E}">
        <p14:creationId xmlns:p14="http://schemas.microsoft.com/office/powerpoint/2010/main" val="664055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CAC3DD-3BE2-BEC0-98CB-D1A558944DAF}"/>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9" name="Rectangle 18">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Rectangle 20">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8E21F6-B5CB-B4A3-82C6-8C824962EACC}"/>
              </a:ext>
            </a:extLst>
          </p:cNvPr>
          <p:cNvSpPr>
            <a:spLocks noGrp="1"/>
          </p:cNvSpPr>
          <p:nvPr>
            <p:ph type="title"/>
          </p:nvPr>
        </p:nvSpPr>
        <p:spPr>
          <a:xfrm>
            <a:off x="1282963" y="1238080"/>
            <a:ext cx="9849751" cy="1349671"/>
          </a:xfrm>
        </p:spPr>
        <p:txBody>
          <a:bodyPr anchor="b">
            <a:normAutofit/>
          </a:bodyPr>
          <a:lstStyle/>
          <a:p>
            <a:r>
              <a:rPr lang="en-US" sz="4200"/>
              <a:t>4. Impact of Requirements Change Mid-Development</a:t>
            </a:r>
          </a:p>
        </p:txBody>
      </p:sp>
      <p:sp>
        <p:nvSpPr>
          <p:cNvPr id="3" name="Content Placeholder 2">
            <a:extLst>
              <a:ext uri="{FF2B5EF4-FFF2-40B4-BE49-F238E27FC236}">
                <a16:creationId xmlns:a16="http://schemas.microsoft.com/office/drawing/2014/main" id="{7951C7BE-F6A3-3956-8295-60C350EA0CDB}"/>
              </a:ext>
            </a:extLst>
          </p:cNvPr>
          <p:cNvSpPr>
            <a:spLocks noGrp="1"/>
          </p:cNvSpPr>
          <p:nvPr>
            <p:ph idx="1"/>
          </p:nvPr>
        </p:nvSpPr>
        <p:spPr>
          <a:xfrm>
            <a:off x="1289304" y="2902913"/>
            <a:ext cx="9849751" cy="3032168"/>
          </a:xfrm>
        </p:spPr>
        <p:txBody>
          <a:bodyPr anchor="ctr">
            <a:normAutofit/>
          </a:bodyPr>
          <a:lstStyle/>
          <a:p>
            <a:r>
              <a:rPr lang="en-US" sz="2000"/>
              <a:t>When requirements change after development has progressed, Waterfall requires going back through previous stages (e.g., redesigning architecture, re-specifying requirements, re-writing code, and re-executing unit tests). This rework is extraordinarily expensive, disruptive to schedules, and can result in severe budget overruns.</a:t>
            </a:r>
          </a:p>
        </p:txBody>
      </p:sp>
    </p:spTree>
    <p:extLst>
      <p:ext uri="{BB962C8B-B14F-4D97-AF65-F5344CB8AC3E}">
        <p14:creationId xmlns:p14="http://schemas.microsoft.com/office/powerpoint/2010/main" val="11769089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20" name="Rectangle 19">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22" name="Rectangle 21">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8C87BF-965E-F4E6-1281-013727D6C40C}"/>
              </a:ext>
            </a:extLst>
          </p:cNvPr>
          <p:cNvSpPr>
            <a:spLocks noGrp="1"/>
          </p:cNvSpPr>
          <p:nvPr>
            <p:ph type="title"/>
          </p:nvPr>
        </p:nvSpPr>
        <p:spPr>
          <a:xfrm>
            <a:off x="1153618" y="1239927"/>
            <a:ext cx="4008586" cy="4680583"/>
          </a:xfrm>
        </p:spPr>
        <p:txBody>
          <a:bodyPr anchor="ctr">
            <a:normAutofit/>
          </a:bodyPr>
          <a:lstStyle/>
          <a:p>
            <a:r>
              <a:rPr lang="en-US" sz="5200"/>
              <a:t>Part 4: Incremental Development</a:t>
            </a:r>
          </a:p>
        </p:txBody>
      </p:sp>
      <p:sp>
        <p:nvSpPr>
          <p:cNvPr id="3" name="Content Placeholder 2">
            <a:extLst>
              <a:ext uri="{FF2B5EF4-FFF2-40B4-BE49-F238E27FC236}">
                <a16:creationId xmlns:a16="http://schemas.microsoft.com/office/drawing/2014/main" id="{54537145-DE22-98BF-1A6E-16D0E39A9135}"/>
              </a:ext>
            </a:extLst>
          </p:cNvPr>
          <p:cNvSpPr>
            <a:spLocks noGrp="1"/>
          </p:cNvSpPr>
          <p:nvPr>
            <p:ph idx="1"/>
          </p:nvPr>
        </p:nvSpPr>
        <p:spPr>
          <a:xfrm>
            <a:off x="6291923" y="1239927"/>
            <a:ext cx="4971824" cy="4680583"/>
          </a:xfrm>
        </p:spPr>
        <p:txBody>
          <a:bodyPr anchor="ctr">
            <a:normAutofit/>
          </a:bodyPr>
          <a:lstStyle/>
          <a:p>
            <a:pPr>
              <a:buNone/>
            </a:pPr>
            <a:r>
              <a:rPr lang="en-US" sz="2000" b="1"/>
              <a:t>1. Concept of Incremental Development</a:t>
            </a:r>
          </a:p>
          <a:p>
            <a:pPr>
              <a:buNone/>
            </a:pPr>
            <a:r>
              <a:rPr lang="en-US" sz="2000"/>
              <a:t>Incremental development breaks the software system into manageable chunks (increments), where each increment delivers a specific subset of functionality.</a:t>
            </a:r>
          </a:p>
          <a:p>
            <a:pPr>
              <a:buNone/>
            </a:pPr>
            <a:r>
              <a:rPr lang="en-US" sz="2000" b="1"/>
              <a:t>2. Interleaving of Process Activities</a:t>
            </a:r>
          </a:p>
          <a:p>
            <a:pPr>
              <a:buNone/>
            </a:pPr>
            <a:r>
              <a:rPr lang="en-US" sz="2000"/>
              <a:t>Unlike Waterfall's distinct linear phases, specification, design, coding, and testing activities are conducted concurrently during each increment. Requirements for upcoming increments are refined while current increments are actively being coded and validated.</a:t>
            </a:r>
          </a:p>
          <a:p>
            <a:endParaRPr lang="en-US" sz="2000"/>
          </a:p>
        </p:txBody>
      </p:sp>
    </p:spTree>
    <p:extLst>
      <p:ext uri="{BB962C8B-B14F-4D97-AF65-F5344CB8AC3E}">
        <p14:creationId xmlns:p14="http://schemas.microsoft.com/office/powerpoint/2010/main" val="10326164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8" name="Rectangle 27">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Rectangle 2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Content Placeholder 2">
            <a:extLst>
              <a:ext uri="{FF2B5EF4-FFF2-40B4-BE49-F238E27FC236}">
                <a16:creationId xmlns:a16="http://schemas.microsoft.com/office/drawing/2014/main" id="{84664730-3E95-A3B2-0352-53CCE4CF8E20}"/>
              </a:ext>
            </a:extLst>
          </p:cNvPr>
          <p:cNvSpPr>
            <a:spLocks noGrp="1"/>
          </p:cNvSpPr>
          <p:nvPr>
            <p:ph idx="1"/>
          </p:nvPr>
        </p:nvSpPr>
        <p:spPr>
          <a:xfrm>
            <a:off x="793660" y="2599509"/>
            <a:ext cx="10143668" cy="3435531"/>
          </a:xfrm>
        </p:spPr>
        <p:txBody>
          <a:bodyPr anchor="ctr">
            <a:normAutofit/>
          </a:bodyPr>
          <a:lstStyle/>
          <a:p>
            <a:r>
              <a:rPr lang="en-US" sz="2000" b="1"/>
              <a:t>3. Role of Customer Feedback</a:t>
            </a:r>
          </a:p>
          <a:p>
            <a:pPr marL="0" indent="0">
              <a:buNone/>
            </a:pPr>
            <a:r>
              <a:rPr lang="en-US" sz="2000"/>
              <a:t>Customers receive early releases of working software. They provide real-world feedback based on actual hands-on usage rather than static spec documents. This feedback directly informs the priorities and requirements for subsequent increments.</a:t>
            </a:r>
          </a:p>
          <a:p>
            <a:r>
              <a:rPr lang="en-US" sz="2000" b="1"/>
              <a:t>4. Reducing the Cost of Accommodating Change</a:t>
            </a:r>
          </a:p>
          <a:p>
            <a:pPr marL="0" indent="0">
              <a:buNone/>
            </a:pPr>
            <a:r>
              <a:rPr lang="en-US" sz="2000"/>
              <a:t>Because increments are small and modular, changes in customer requirements affect only current or future increments, minimizing software rework. The amount of code that needs to be rewritten is vastly smaller compared to modifying a fully built Waterfall system.</a:t>
            </a:r>
          </a:p>
          <a:p>
            <a:endParaRPr lang="en-US" sz="2000"/>
          </a:p>
        </p:txBody>
      </p:sp>
    </p:spTree>
    <p:extLst>
      <p:ext uri="{BB962C8B-B14F-4D97-AF65-F5344CB8AC3E}">
        <p14:creationId xmlns:p14="http://schemas.microsoft.com/office/powerpoint/2010/main" val="877833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C62052-0A31-32CE-D5C6-84657EC79A8C}"/>
              </a:ext>
            </a:extLst>
          </p:cNvPr>
          <p:cNvSpPr>
            <a:spLocks noGrp="1"/>
          </p:cNvSpPr>
          <p:nvPr>
            <p:ph type="title"/>
          </p:nvPr>
        </p:nvSpPr>
        <p:spPr>
          <a:xfrm>
            <a:off x="9267909" y="2023110"/>
            <a:ext cx="2469624" cy="2846070"/>
          </a:xfrm>
        </p:spPr>
        <p:txBody>
          <a:bodyPr vert="horz" lIns="91440" tIns="45720" rIns="91440" bIns="45720" rtlCol="0" anchor="ctr">
            <a:normAutofit/>
          </a:bodyPr>
          <a:lstStyle/>
          <a:p>
            <a:r>
              <a:rPr lang="en-US" sz="3100" kern="1200">
                <a:solidFill>
                  <a:schemeClr val="tx1"/>
                </a:solidFill>
                <a:latin typeface="+mj-lt"/>
                <a:ea typeface="+mj-ea"/>
                <a:cs typeface="+mj-cs"/>
              </a:rPr>
              <a:t>Incremental Development Model</a:t>
            </a:r>
          </a:p>
        </p:txBody>
      </p:sp>
      <p:sp>
        <p:nvSpPr>
          <p:cNvPr id="12" name="Rectangle 11">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The image illustrates a flowchart detailing the stages of an incremental delivery process for a product, starting from defining requirements, designing, developing, validating, and integrating increments, culminating in the final product release and evaluation.&#10;&#10;AI-generated content may be incorrect.">
            <a:extLst>
              <a:ext uri="{FF2B5EF4-FFF2-40B4-BE49-F238E27FC236}">
                <a16:creationId xmlns:a16="http://schemas.microsoft.com/office/drawing/2014/main" id="{ACF2C741-2856-2CAE-4516-1DFE78CE9449}"/>
              </a:ext>
            </a:extLst>
          </p:cNvPr>
          <p:cNvPicPr>
            <a:picLocks noGrp="1" noChangeAspect="1"/>
          </p:cNvPicPr>
          <p:nvPr>
            <p:ph idx="1"/>
          </p:nvPr>
        </p:nvPicPr>
        <p:blipFill>
          <a:blip r:embed="rId2"/>
          <a:stretch>
            <a:fillRect/>
          </a:stretch>
        </p:blipFill>
        <p:spPr>
          <a:xfrm>
            <a:off x="545238" y="1324642"/>
            <a:ext cx="7608304" cy="4279671"/>
          </a:xfrm>
          <a:prstGeom prst="rect">
            <a:avLst/>
          </a:prstGeom>
        </p:spPr>
      </p:pic>
      <p:sp>
        <p:nvSpPr>
          <p:cNvPr id="16" name="Rectangle 15">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4262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025B01-D7C7-02C3-DA72-8709A3D2D38C}"/>
              </a:ext>
            </a:extLst>
          </p:cNvPr>
          <p:cNvSpPr>
            <a:spLocks noGrp="1"/>
          </p:cNvSpPr>
          <p:nvPr>
            <p:ph type="title"/>
          </p:nvPr>
        </p:nvSpPr>
        <p:spPr>
          <a:xfrm>
            <a:off x="686834" y="1153572"/>
            <a:ext cx="3200400" cy="4461163"/>
          </a:xfrm>
        </p:spPr>
        <p:txBody>
          <a:bodyPr>
            <a:normAutofit/>
          </a:bodyPr>
          <a:lstStyle/>
          <a:p>
            <a:r>
              <a:rPr lang="en-US" sz="4100">
                <a:solidFill>
                  <a:srgbClr val="FFFFFF"/>
                </a:solidFill>
              </a:rPr>
              <a:t>Part 5 : Integration and Configuration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5D218ED-C9E8-DEE6-67F9-A61F47733097}"/>
              </a:ext>
            </a:extLst>
          </p:cNvPr>
          <p:cNvSpPr>
            <a:spLocks noGrp="1"/>
          </p:cNvSpPr>
          <p:nvPr>
            <p:ph idx="1"/>
          </p:nvPr>
        </p:nvSpPr>
        <p:spPr>
          <a:xfrm>
            <a:off x="4447308" y="591344"/>
            <a:ext cx="6906491" cy="5585619"/>
          </a:xfrm>
        </p:spPr>
        <p:txBody>
          <a:bodyPr anchor="ctr">
            <a:normAutofit/>
          </a:bodyPr>
          <a:lstStyle/>
          <a:p>
            <a:pPr marL="0" indent="0">
              <a:buNone/>
            </a:pPr>
            <a:r>
              <a:rPr lang="en-US" b="1"/>
              <a:t>1. Reuse-Based Software Development</a:t>
            </a:r>
          </a:p>
          <a:p>
            <a:r>
              <a:rPr lang="en-US"/>
              <a:t>Modern software development heavily relies on reusing pre-built software components, off-the-shelf packages, cloud microservices, and framework APIs rather than writing every component from scratch.</a:t>
            </a:r>
          </a:p>
          <a:p>
            <a:endParaRPr lang="en-US"/>
          </a:p>
        </p:txBody>
      </p:sp>
    </p:spTree>
    <p:extLst>
      <p:ext uri="{BB962C8B-B14F-4D97-AF65-F5344CB8AC3E}">
        <p14:creationId xmlns:p14="http://schemas.microsoft.com/office/powerpoint/2010/main" val="28023743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34C5A4-6F15-E2AD-AF6D-4885C1AA773D}"/>
              </a:ext>
            </a:extLst>
          </p:cNvPr>
          <p:cNvSpPr>
            <a:spLocks noGrp="1"/>
          </p:cNvSpPr>
          <p:nvPr>
            <p:ph type="title"/>
          </p:nvPr>
        </p:nvSpPr>
        <p:spPr>
          <a:xfrm>
            <a:off x="1171074" y="1396686"/>
            <a:ext cx="3240506" cy="4064628"/>
          </a:xfrm>
        </p:spPr>
        <p:txBody>
          <a:bodyPr>
            <a:normAutofit/>
          </a:bodyPr>
          <a:lstStyle/>
          <a:p>
            <a:r>
              <a:rPr lang="en-US" b="1">
                <a:solidFill>
                  <a:srgbClr val="FFFFFF"/>
                </a:solidFill>
              </a:rPr>
              <a:t>2. Process Stages in Component Reuse</a:t>
            </a:r>
            <a:endParaRPr lang="en-US">
              <a:solidFill>
                <a:srgbClr val="FFFFFF"/>
              </a:solidFill>
            </a:endParaRP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6D49E2C6-EA39-893A-CE00-79FB99C3526F}"/>
              </a:ext>
            </a:extLst>
          </p:cNvPr>
          <p:cNvSpPr>
            <a:spLocks noGrp="1"/>
          </p:cNvSpPr>
          <p:nvPr>
            <p:ph idx="1"/>
          </p:nvPr>
        </p:nvSpPr>
        <p:spPr>
          <a:xfrm>
            <a:off x="5370153" y="1526033"/>
            <a:ext cx="5536397" cy="3935281"/>
          </a:xfrm>
        </p:spPr>
        <p:txBody>
          <a:bodyPr>
            <a:normAutofit fontScale="92500" lnSpcReduction="20000"/>
          </a:bodyPr>
          <a:lstStyle/>
          <a:p>
            <a:pPr lvl="0"/>
            <a:r>
              <a:rPr lang="en-US" sz="2000" b="1" dirty="0"/>
              <a:t>Requirements Specification:</a:t>
            </a:r>
            <a:r>
              <a:rPr lang="en-US" sz="2000" dirty="0"/>
              <a:t> Initial requirements are established to guide component search.</a:t>
            </a:r>
          </a:p>
          <a:p>
            <a:pPr lvl="0"/>
            <a:r>
              <a:rPr lang="en-US" sz="2000" b="1" dirty="0"/>
              <a:t>Software Discovery &amp; Evaluation:</a:t>
            </a:r>
            <a:r>
              <a:rPr lang="en-US" sz="2000" dirty="0"/>
              <a:t> Developers search repositories and commercial markets to discover components that match requirements.</a:t>
            </a:r>
          </a:p>
          <a:p>
            <a:pPr lvl="0"/>
            <a:r>
              <a:rPr lang="en-US" sz="2000" b="1" dirty="0"/>
              <a:t>Requirements Refinement:</a:t>
            </a:r>
            <a:r>
              <a:rPr lang="en-US" sz="2000" dirty="0"/>
              <a:t> Original requirements are modified to align with the capabilities and limitations of existing reusable components.</a:t>
            </a:r>
          </a:p>
          <a:p>
            <a:pPr lvl="0"/>
            <a:r>
              <a:rPr lang="en-US" sz="2000" b="1" dirty="0"/>
              <a:t>Configuration / Adaptation:</a:t>
            </a:r>
            <a:r>
              <a:rPr lang="en-US" sz="2000" dirty="0"/>
              <a:t> Reusable components are configured, parameterized, and adapted to fit the specific operational context.</a:t>
            </a:r>
          </a:p>
          <a:p>
            <a:pPr lvl="0"/>
            <a:r>
              <a:rPr lang="en-US" sz="2000" b="1" dirty="0"/>
              <a:t>Integration:</a:t>
            </a:r>
            <a:r>
              <a:rPr lang="en-US" sz="2000" dirty="0"/>
              <a:t> Components, frameworks, and custom glue code are integrated to form the unified software system.</a:t>
            </a:r>
          </a:p>
        </p:txBody>
      </p:sp>
    </p:spTree>
    <p:extLst>
      <p:ext uri="{BB962C8B-B14F-4D97-AF65-F5344CB8AC3E}">
        <p14:creationId xmlns:p14="http://schemas.microsoft.com/office/powerpoint/2010/main" val="13360513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58091D-BA26-2CE9-4AF9-6F167B41209A}"/>
              </a:ext>
            </a:extLst>
          </p:cNvPr>
          <p:cNvSpPr>
            <a:spLocks noGrp="1"/>
          </p:cNvSpPr>
          <p:nvPr>
            <p:ph type="title"/>
          </p:nvPr>
        </p:nvSpPr>
        <p:spPr>
          <a:xfrm>
            <a:off x="686834" y="1153572"/>
            <a:ext cx="3200400" cy="4461163"/>
          </a:xfrm>
        </p:spPr>
        <p:txBody>
          <a:bodyPr>
            <a:normAutofit/>
          </a:bodyPr>
          <a:lstStyle/>
          <a:p>
            <a:r>
              <a:rPr lang="en-US" b="1">
                <a:solidFill>
                  <a:srgbClr val="FFFFFF"/>
                </a:solidFill>
              </a:rPr>
              <a:t>3. Advantages and Limitations</a:t>
            </a: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F356B2C-F21E-25EC-0948-FE250E64B477}"/>
              </a:ext>
            </a:extLst>
          </p:cNvPr>
          <p:cNvSpPr>
            <a:spLocks noGrp="1"/>
          </p:cNvSpPr>
          <p:nvPr>
            <p:ph idx="1"/>
          </p:nvPr>
        </p:nvSpPr>
        <p:spPr>
          <a:xfrm>
            <a:off x="4447308" y="591344"/>
            <a:ext cx="6906491" cy="5585619"/>
          </a:xfrm>
        </p:spPr>
        <p:txBody>
          <a:bodyPr anchor="ctr">
            <a:normAutofit/>
          </a:bodyPr>
          <a:lstStyle/>
          <a:p>
            <a:pPr lvl="0"/>
            <a:r>
              <a:rPr lang="en-US" b="1"/>
              <a:t>Advantage:</a:t>
            </a:r>
            <a:r>
              <a:rPr lang="en-US"/>
              <a:t> Rapid deployment to market and reduced development cost/effort. Reusing proven, pre-tested components also enhances software reliability.</a:t>
            </a:r>
          </a:p>
          <a:p>
            <a:pPr lvl="0"/>
            <a:r>
              <a:rPr lang="en-US" b="1"/>
              <a:t>Limitation:</a:t>
            </a:r>
            <a:r>
              <a:rPr lang="en-US"/>
              <a:t> Loss of control over system evolution. If a third-party component vendor updates, deprecates, or discontinues an API or package, the software owner must adapt, often risking compatibility issues.</a:t>
            </a:r>
          </a:p>
        </p:txBody>
      </p:sp>
    </p:spTree>
    <p:extLst>
      <p:ext uri="{BB962C8B-B14F-4D97-AF65-F5344CB8AC3E}">
        <p14:creationId xmlns:p14="http://schemas.microsoft.com/office/powerpoint/2010/main" val="35253675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5" name="Rectangle 1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46BD0B-918A-F2B7-9001-EF507F2B0EB5}"/>
              </a:ext>
            </a:extLst>
          </p:cNvPr>
          <p:cNvSpPr>
            <a:spLocks noGrp="1"/>
          </p:cNvSpPr>
          <p:nvPr>
            <p:ph type="title"/>
          </p:nvPr>
        </p:nvSpPr>
        <p:spPr>
          <a:xfrm>
            <a:off x="1043631" y="873940"/>
            <a:ext cx="5052369" cy="1035781"/>
          </a:xfrm>
        </p:spPr>
        <p:txBody>
          <a:bodyPr anchor="ctr">
            <a:normAutofit/>
          </a:bodyPr>
          <a:lstStyle/>
          <a:p>
            <a:r>
              <a:rPr lang="en-US" sz="3300" b="1"/>
              <a:t>Part 6 : Software Process Activities</a:t>
            </a:r>
            <a:endParaRPr lang="en-US" sz="3300"/>
          </a:p>
        </p:txBody>
      </p:sp>
      <p:sp>
        <p:nvSpPr>
          <p:cNvPr id="3" name="Content Placeholder 2">
            <a:extLst>
              <a:ext uri="{FF2B5EF4-FFF2-40B4-BE49-F238E27FC236}">
                <a16:creationId xmlns:a16="http://schemas.microsoft.com/office/drawing/2014/main" id="{5A36D6E2-E73C-FA72-B5B9-DCB9A473D2F3}"/>
              </a:ext>
            </a:extLst>
          </p:cNvPr>
          <p:cNvSpPr>
            <a:spLocks noGrp="1"/>
          </p:cNvSpPr>
          <p:nvPr>
            <p:ph idx="1"/>
          </p:nvPr>
        </p:nvSpPr>
        <p:spPr>
          <a:xfrm>
            <a:off x="1045029" y="2524721"/>
            <a:ext cx="4991629" cy="3677123"/>
          </a:xfrm>
        </p:spPr>
        <p:txBody>
          <a:bodyPr anchor="ctr">
            <a:normAutofit/>
          </a:bodyPr>
          <a:lstStyle/>
          <a:p>
            <a:pPr marL="0" indent="0">
              <a:buNone/>
            </a:pPr>
            <a:r>
              <a:rPr lang="en-US" sz="1800" b="1"/>
              <a:t>1. Software Specification / Requirements Engineering</a:t>
            </a:r>
          </a:p>
          <a:p>
            <a:pPr lvl="0"/>
            <a:r>
              <a:rPr lang="en-US" sz="1800" b="1"/>
              <a:t>Role:</a:t>
            </a:r>
            <a:r>
              <a:rPr lang="en-US" sz="1800"/>
              <a:t> Establishes the boundary conditions, capabilities, and system constraints.</a:t>
            </a:r>
          </a:p>
          <a:p>
            <a:pPr lvl="0"/>
            <a:r>
              <a:rPr lang="en-US" sz="1800" b="1"/>
              <a:t>Contribution:</a:t>
            </a:r>
            <a:r>
              <a:rPr lang="en-US" sz="1800"/>
              <a:t> Prevents teams from building the wrong system by aligning technical output with stakeholder needs.</a:t>
            </a:r>
          </a:p>
          <a:p>
            <a:endParaRPr lang="en-US" sz="1800"/>
          </a:p>
        </p:txBody>
      </p:sp>
      <p:sp>
        <p:nvSpPr>
          <p:cNvPr id="21" name="Rectangle 20">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Circles with Lines">
            <a:extLst>
              <a:ext uri="{FF2B5EF4-FFF2-40B4-BE49-F238E27FC236}">
                <a16:creationId xmlns:a16="http://schemas.microsoft.com/office/drawing/2014/main" id="{4D2B0369-768F-02FA-D727-E2C03425720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30493" y="1347516"/>
            <a:ext cx="4223252" cy="4223252"/>
          </a:xfrm>
          <a:prstGeom prst="rect">
            <a:avLst/>
          </a:prstGeom>
        </p:spPr>
      </p:pic>
      <p:cxnSp>
        <p:nvCxnSpPr>
          <p:cNvPr id="23" name="Straight Connector 22">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59954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631DB36-190C-6CC8-AD68-7D72D2E84613}"/>
              </a:ext>
            </a:extLst>
          </p:cNvPr>
          <p:cNvSpPr>
            <a:spLocks noGrp="1"/>
          </p:cNvSpPr>
          <p:nvPr>
            <p:ph idx="1"/>
          </p:nvPr>
        </p:nvSpPr>
        <p:spPr>
          <a:xfrm>
            <a:off x="579527" y="631132"/>
            <a:ext cx="11220887" cy="5752404"/>
          </a:xfrm>
        </p:spPr>
        <p:txBody>
          <a:bodyPr anchor="ctr">
            <a:normAutofit/>
          </a:bodyPr>
          <a:lstStyle/>
          <a:p>
            <a:pPr marL="0" indent="0">
              <a:buNone/>
            </a:pPr>
            <a:r>
              <a:rPr lang="en-US" sz="1800" b="1"/>
              <a:t>2. Software Design and Implementation</a:t>
            </a:r>
          </a:p>
          <a:p>
            <a:pPr lvl="0"/>
            <a:r>
              <a:rPr lang="en-US" sz="1800" b="1"/>
              <a:t>Role:</a:t>
            </a:r>
            <a:r>
              <a:rPr lang="en-US" sz="1800"/>
              <a:t> Transforms system specifications into an operational software executable.</a:t>
            </a:r>
          </a:p>
          <a:p>
            <a:pPr lvl="0"/>
            <a:r>
              <a:rPr lang="en-US" sz="1800" b="1"/>
              <a:t>Contribution:</a:t>
            </a:r>
            <a:r>
              <a:rPr lang="en-US" sz="1800"/>
              <a:t> Software design structures the internal system architecture, database models, and interface definitions, while implementation writes clean, maintainable code.</a:t>
            </a:r>
          </a:p>
          <a:p>
            <a:pPr marL="0" lvl="0" indent="0">
              <a:buNone/>
            </a:pPr>
            <a:endParaRPr lang="en-US" sz="1800"/>
          </a:p>
          <a:p>
            <a:pPr marL="0" indent="0">
              <a:buNone/>
            </a:pPr>
            <a:r>
              <a:rPr lang="en-US" sz="1800" b="1"/>
              <a:t>3. Software Validation</a:t>
            </a:r>
          </a:p>
          <a:p>
            <a:pPr lvl="0"/>
            <a:r>
              <a:rPr lang="en-US" sz="1800" b="1"/>
              <a:t>Role:</a:t>
            </a:r>
            <a:r>
              <a:rPr lang="en-US" sz="1800"/>
              <a:t> Evaluates software via unit testing, integration testing, system testing, and user-acceptance testing (UAT).</a:t>
            </a:r>
          </a:p>
          <a:p>
            <a:pPr lvl="0"/>
            <a:r>
              <a:rPr lang="en-US" sz="1800" b="1"/>
              <a:t>Contribution:</a:t>
            </a:r>
            <a:r>
              <a:rPr lang="en-US" sz="1800"/>
              <a:t> Ensures that the software operates accurately, satisfies security requirements, and meets specified expectations before deployment.</a:t>
            </a:r>
          </a:p>
          <a:p>
            <a:pPr lvl="0"/>
            <a:endParaRPr lang="en-US" sz="1800"/>
          </a:p>
          <a:p>
            <a:r>
              <a:rPr lang="en-US" sz="1800" b="1"/>
              <a:t>4. Software Evolution</a:t>
            </a:r>
          </a:p>
          <a:p>
            <a:pPr lvl="0"/>
            <a:r>
              <a:rPr lang="en-US" sz="1800" b="1"/>
              <a:t>Role:</a:t>
            </a:r>
            <a:r>
              <a:rPr lang="en-US" sz="1800"/>
              <a:t> Updates, patches, and refactors software in response to changing environments, bug discoveries, and user requests.</a:t>
            </a:r>
          </a:p>
          <a:p>
            <a:pPr lvl="0"/>
            <a:r>
              <a:rPr lang="en-US" sz="1800" b="1"/>
              <a:t>Contribution:</a:t>
            </a:r>
            <a:r>
              <a:rPr lang="en-US" sz="1800"/>
              <a:t> Software is dynamic; evolution ensures that software remains useful, secure, and operational over its commercial lifecycle.</a:t>
            </a:r>
          </a:p>
          <a:p>
            <a:endParaRPr lang="en-US" sz="1800" dirty="0"/>
          </a:p>
        </p:txBody>
      </p:sp>
    </p:spTree>
    <p:extLst>
      <p:ext uri="{BB962C8B-B14F-4D97-AF65-F5344CB8AC3E}">
        <p14:creationId xmlns:p14="http://schemas.microsoft.com/office/powerpoint/2010/main" val="473081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D046C9-9200-9C70-E02D-BAC2D78035F8}"/>
              </a:ext>
            </a:extLst>
          </p:cNvPr>
          <p:cNvSpPr>
            <a:spLocks noGrp="1"/>
          </p:cNvSpPr>
          <p:nvPr>
            <p:ph type="title"/>
          </p:nvPr>
        </p:nvSpPr>
        <p:spPr>
          <a:xfrm>
            <a:off x="1043631" y="809898"/>
            <a:ext cx="9942716" cy="1554480"/>
          </a:xfrm>
        </p:spPr>
        <p:txBody>
          <a:bodyPr anchor="ctr">
            <a:normAutofit/>
          </a:bodyPr>
          <a:lstStyle/>
          <a:p>
            <a:r>
              <a:rPr lang="en-US" sz="4800" b="1"/>
              <a:t>Part 7 : Coping with Change</a:t>
            </a:r>
            <a:endParaRPr lang="en-US" sz="4800"/>
          </a:p>
        </p:txBody>
      </p:sp>
      <p:sp>
        <p:nvSpPr>
          <p:cNvPr id="3" name="Content Placeholder 2">
            <a:extLst>
              <a:ext uri="{FF2B5EF4-FFF2-40B4-BE49-F238E27FC236}">
                <a16:creationId xmlns:a16="http://schemas.microsoft.com/office/drawing/2014/main" id="{FF3B6D9D-F700-B528-3A41-083214B0F0A1}"/>
              </a:ext>
            </a:extLst>
          </p:cNvPr>
          <p:cNvSpPr>
            <a:spLocks noGrp="1"/>
          </p:cNvSpPr>
          <p:nvPr>
            <p:ph idx="1"/>
          </p:nvPr>
        </p:nvSpPr>
        <p:spPr>
          <a:xfrm>
            <a:off x="1045028" y="3017522"/>
            <a:ext cx="9941319" cy="3124658"/>
          </a:xfrm>
        </p:spPr>
        <p:txBody>
          <a:bodyPr anchor="ctr">
            <a:normAutofit/>
          </a:bodyPr>
          <a:lstStyle/>
          <a:p>
            <a:pPr marL="0" indent="0">
              <a:buNone/>
            </a:pPr>
            <a:r>
              <a:rPr lang="en-US" sz="2400" b="1"/>
              <a:t>1. Inevitability of Change in Software Projects</a:t>
            </a:r>
          </a:p>
          <a:p>
            <a:r>
              <a:rPr lang="en-US" sz="2400"/>
              <a:t>Software operates within dynamic business, technical, and human environments. Changes arise from shifting market demands, evolving consumer preferences, corporate restructuring, regulatory updates, hardware changes, and newly discovered security vulnerabilities.</a:t>
            </a:r>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84057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779DEA2-1F75-6CEE-69D8-4D6EF877334F}"/>
              </a:ext>
            </a:extLst>
          </p:cNvPr>
          <p:cNvSpPr>
            <a:spLocks noGrp="1"/>
          </p:cNvSpPr>
          <p:nvPr>
            <p:ph idx="1"/>
          </p:nvPr>
        </p:nvSpPr>
        <p:spPr>
          <a:xfrm>
            <a:off x="1045028" y="3017522"/>
            <a:ext cx="9941319" cy="3124658"/>
          </a:xfrm>
        </p:spPr>
        <p:txBody>
          <a:bodyPr anchor="ctr">
            <a:normAutofit/>
          </a:bodyPr>
          <a:lstStyle/>
          <a:p>
            <a:pPr marL="0" indent="0">
              <a:buNone/>
            </a:pPr>
            <a:r>
              <a:rPr lang="en-US" sz="2400" b="1"/>
              <a:t>2. Software Prototyping</a:t>
            </a:r>
          </a:p>
          <a:p>
            <a:r>
              <a:rPr lang="en-US" sz="2400"/>
              <a:t>A prototype is an initial version of a software system used to demonstrate concepts, evaluate design options, and discover requirements.</a:t>
            </a:r>
          </a:p>
          <a:p>
            <a:pPr lvl="0"/>
            <a:r>
              <a:rPr lang="en-US" sz="2400" b="1"/>
              <a:t>Clarifying Requirements:</a:t>
            </a:r>
            <a:r>
              <a:rPr lang="en-US" sz="2400"/>
              <a:t> Users test prototypes to discover missing features or clarify ambiguous specifications early in development.</a:t>
            </a:r>
          </a:p>
          <a:p>
            <a:pPr lvl="0"/>
            <a:r>
              <a:rPr lang="en-US" sz="2400" b="1"/>
              <a:t>Evaluating Design Decisions:</a:t>
            </a:r>
            <a:r>
              <a:rPr lang="en-US" sz="2400"/>
              <a:t> Architects use prototypes to test performance bottleneck issues or evaluate different UI/UX layouts.</a:t>
            </a:r>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06763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A4E03A1-9630-FAC2-B4F8-FDF2EE965842}"/>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1" name="Rectangle 2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01209D4-C864-1470-6334-B4AD07479836}"/>
              </a:ext>
            </a:extLst>
          </p:cNvPr>
          <p:cNvSpPr>
            <a:spLocks noGrp="1"/>
          </p:cNvSpPr>
          <p:nvPr>
            <p:ph idx="1"/>
          </p:nvPr>
        </p:nvSpPr>
        <p:spPr>
          <a:xfrm>
            <a:off x="793660" y="2599509"/>
            <a:ext cx="10143668" cy="3435531"/>
          </a:xfrm>
        </p:spPr>
        <p:txBody>
          <a:bodyPr anchor="ctr">
            <a:normAutofit/>
          </a:bodyPr>
          <a:lstStyle/>
          <a:p>
            <a:pPr marL="0" indent="0">
              <a:buNone/>
            </a:pPr>
            <a:r>
              <a:rPr lang="en-US" sz="2400" b="1"/>
              <a:t>3. Incremental Delivery</a:t>
            </a:r>
          </a:p>
          <a:p>
            <a:r>
              <a:rPr lang="en-US" sz="2400"/>
              <a:t>Incremental delivery supplies working software functionality directly to end-users in successive releases.</a:t>
            </a:r>
          </a:p>
          <a:p>
            <a:pPr lvl="0"/>
            <a:r>
              <a:rPr lang="en-US" sz="2400" b="1"/>
              <a:t>Early Customer Value:</a:t>
            </a:r>
            <a:r>
              <a:rPr lang="en-US" sz="2400"/>
              <a:t> Customers receive functional software sooner, allowing them to gain business value early rather than waiting years for a full release.</a:t>
            </a:r>
          </a:p>
          <a:p>
            <a:pPr lvl="0"/>
            <a:r>
              <a:rPr lang="en-US" sz="2400" b="1"/>
              <a:t>Impact of Change:</a:t>
            </a:r>
            <a:r>
              <a:rPr lang="en-US" sz="2400"/>
              <a:t> Managing change iteratively isolates cost, schedule, testing, and documentation impacts to specific increments rather than destabilizing the entire software platform.</a:t>
            </a:r>
          </a:p>
          <a:p>
            <a:endParaRPr lang="en-US" sz="2400"/>
          </a:p>
        </p:txBody>
      </p:sp>
    </p:spTree>
    <p:extLst>
      <p:ext uri="{BB962C8B-B14F-4D97-AF65-F5344CB8AC3E}">
        <p14:creationId xmlns:p14="http://schemas.microsoft.com/office/powerpoint/2010/main" val="41554567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A095F-8399-5347-F8DB-72F6842DDD9B}"/>
              </a:ext>
            </a:extLst>
          </p:cNvPr>
          <p:cNvSpPr>
            <a:spLocks noGrp="1"/>
          </p:cNvSpPr>
          <p:nvPr>
            <p:ph type="title"/>
          </p:nvPr>
        </p:nvSpPr>
        <p:spPr>
          <a:xfrm>
            <a:off x="876693" y="741391"/>
            <a:ext cx="9831702" cy="911139"/>
          </a:xfrm>
        </p:spPr>
        <p:txBody>
          <a:bodyPr anchor="b">
            <a:normAutofit/>
          </a:bodyPr>
          <a:lstStyle/>
          <a:p>
            <a:r>
              <a:rPr lang="en-US" sz="3200" b="1" dirty="0"/>
              <a:t>Part 8 : Application 1: E-Commerce Platform (Shopify)</a:t>
            </a:r>
            <a:endParaRPr lang="en-US" sz="3200" dirty="0"/>
          </a:p>
        </p:txBody>
      </p:sp>
      <p:sp>
        <p:nvSpPr>
          <p:cNvPr id="3" name="Content Placeholder 2">
            <a:extLst>
              <a:ext uri="{FF2B5EF4-FFF2-40B4-BE49-F238E27FC236}">
                <a16:creationId xmlns:a16="http://schemas.microsoft.com/office/drawing/2014/main" id="{A9063EF8-0F8F-8940-FAED-02C25716AEEE}"/>
              </a:ext>
            </a:extLst>
          </p:cNvPr>
          <p:cNvSpPr>
            <a:spLocks noGrp="1"/>
          </p:cNvSpPr>
          <p:nvPr>
            <p:ph idx="1"/>
          </p:nvPr>
        </p:nvSpPr>
        <p:spPr>
          <a:xfrm>
            <a:off x="876692" y="1828800"/>
            <a:ext cx="10653669" cy="4242086"/>
          </a:xfrm>
        </p:spPr>
        <p:txBody>
          <a:bodyPr anchor="t">
            <a:noAutofit/>
          </a:bodyPr>
          <a:lstStyle/>
          <a:p>
            <a:pPr lvl="0"/>
            <a:r>
              <a:rPr lang="en-US" sz="1800" b="1" dirty="0"/>
              <a:t>Company &amp; System:</a:t>
            </a:r>
            <a:r>
              <a:rPr lang="en-US" sz="1800" dirty="0"/>
              <a:t> Shopify Inc. — Global E-Commerce Merchant Platform</a:t>
            </a:r>
          </a:p>
          <a:p>
            <a:pPr lvl="0"/>
            <a:r>
              <a:rPr lang="en-US" sz="1800" b="1" dirty="0"/>
              <a:t>System Function: </a:t>
            </a:r>
            <a:r>
              <a:rPr lang="en-US" sz="1800" dirty="0"/>
              <a:t>Powers 2M+ online merchant storefronts, handling product catalog navigation, checkout, payment gateways, and inventory tracking.</a:t>
            </a:r>
          </a:p>
          <a:p>
            <a:pPr lvl="0"/>
            <a:r>
              <a:rPr lang="en-US" sz="1800" b="1" dirty="0"/>
              <a:t>Development Approach:</a:t>
            </a:r>
            <a:r>
              <a:rPr lang="en-US" sz="1800" dirty="0"/>
              <a:t> Agile / DevOps / Continuous Delivery / Component Reuse</a:t>
            </a:r>
          </a:p>
          <a:p>
            <a:pPr lvl="0"/>
            <a:r>
              <a:rPr lang="en-US" sz="1800" b="1" dirty="0"/>
              <a:t>4 Core Process Activities:</a:t>
            </a:r>
            <a:endParaRPr lang="en-US" sz="1800" dirty="0"/>
          </a:p>
          <a:p>
            <a:pPr lvl="1"/>
            <a:r>
              <a:rPr lang="en-US" sz="1800" b="1" dirty="0"/>
              <a:t>Specification:</a:t>
            </a:r>
            <a:r>
              <a:rPr lang="en-US" sz="1800" dirty="0"/>
              <a:t> Dynamic backlog prioritized via merchant feedback, A/B testing, and market trends.</a:t>
            </a:r>
          </a:p>
          <a:p>
            <a:pPr lvl="1"/>
            <a:r>
              <a:rPr lang="en-US" sz="1800" b="1" dirty="0"/>
              <a:t>Design &amp; Implementation:</a:t>
            </a:r>
            <a:r>
              <a:rPr lang="en-US" sz="1800" dirty="0"/>
              <a:t> API-first microservices architecture; integrates pre-built third-party components (Stripe, PayPal, carrier shipping APIs).</a:t>
            </a:r>
          </a:p>
          <a:p>
            <a:pPr lvl="1"/>
            <a:r>
              <a:rPr lang="en-US" sz="1800" b="1" dirty="0"/>
              <a:t>Validation:</a:t>
            </a:r>
            <a:r>
              <a:rPr lang="en-US" sz="1800" dirty="0"/>
              <a:t> Automated CI/CD pipelines, unit/integration testing suites, and canary deployments to ensure zero downtime.</a:t>
            </a:r>
          </a:p>
          <a:p>
            <a:pPr lvl="1"/>
            <a:r>
              <a:rPr lang="en-US" sz="1800" b="1" dirty="0"/>
              <a:t>Evolution:</a:t>
            </a:r>
            <a:r>
              <a:rPr lang="en-US" sz="1800" dirty="0"/>
              <a:t> Continuous daily releases to production without interrupting active storefront sales.</a:t>
            </a:r>
          </a:p>
          <a:p>
            <a:pPr lvl="0"/>
            <a:r>
              <a:rPr lang="en-US" sz="1800" b="1" dirty="0"/>
              <a:t>Process Flow:</a:t>
            </a:r>
            <a:r>
              <a:rPr lang="en-US" sz="1800" dirty="0"/>
              <a:t> Merchant Feedback → Agile Backlog → Microservice/API Coding → Automated CI/CD Testing → Continuous Deployment → Live Telemetry</a:t>
            </a:r>
          </a:p>
          <a:p>
            <a:pPr marL="0" indent="0">
              <a:buNone/>
            </a:pPr>
            <a:endParaRPr lang="en-US" sz="1800" dirty="0"/>
          </a:p>
        </p:txBody>
      </p:sp>
      <p:grpSp>
        <p:nvGrpSpPr>
          <p:cNvPr id="25" name="Group 24">
            <a:extLst>
              <a:ext uri="{FF2B5EF4-FFF2-40B4-BE49-F238E27FC236}">
                <a16:creationId xmlns:a16="http://schemas.microsoft.com/office/drawing/2014/main" id="{C54A2A4D-19EF-3552-F383-6AD9587C8A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26" name="Rectangle 25">
              <a:extLst>
                <a:ext uri="{FF2B5EF4-FFF2-40B4-BE49-F238E27FC236}">
                  <a16:creationId xmlns:a16="http://schemas.microsoft.com/office/drawing/2014/main" id="{A9208F0F-2734-3945-8FD0-EEB19CF41A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2CFF5D9-43B9-9D58-6F3F-25041716D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38372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821F87-A76E-FEF5-AB21-78D61A7768D9}"/>
              </a:ext>
            </a:extLst>
          </p:cNvPr>
          <p:cNvSpPr>
            <a:spLocks noGrp="1"/>
          </p:cNvSpPr>
          <p:nvPr>
            <p:ph type="title"/>
          </p:nvPr>
        </p:nvSpPr>
        <p:spPr>
          <a:xfrm>
            <a:off x="1337533" y="-50059"/>
            <a:ext cx="10607795" cy="1809033"/>
          </a:xfrm>
        </p:spPr>
        <p:txBody>
          <a:bodyPr anchor="b">
            <a:normAutofit/>
          </a:bodyPr>
          <a:lstStyle/>
          <a:p>
            <a:r>
              <a:rPr lang="en-US" sz="4000" dirty="0"/>
              <a:t>Application 2: Healthcare Software (Epic Systems)</a:t>
            </a:r>
          </a:p>
        </p:txBody>
      </p:sp>
      <p:pic>
        <p:nvPicPr>
          <p:cNvPr id="35" name="Graphic 34" descr="Stethoscope">
            <a:extLst>
              <a:ext uri="{FF2B5EF4-FFF2-40B4-BE49-F238E27FC236}">
                <a16:creationId xmlns:a16="http://schemas.microsoft.com/office/drawing/2014/main" id="{24687825-DE6E-4D3F-8600-2A4A93857C1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30172" y="799116"/>
            <a:ext cx="1198532" cy="1198532"/>
          </a:xfrm>
          <a:prstGeom prst="rect">
            <a:avLst/>
          </a:prstGeom>
        </p:spPr>
      </p:pic>
      <p:sp>
        <p:nvSpPr>
          <p:cNvPr id="3" name="Content Placeholder 2">
            <a:extLst>
              <a:ext uri="{FF2B5EF4-FFF2-40B4-BE49-F238E27FC236}">
                <a16:creationId xmlns:a16="http://schemas.microsoft.com/office/drawing/2014/main" id="{34D18436-B218-3B83-8430-78247DCC7465}"/>
              </a:ext>
            </a:extLst>
          </p:cNvPr>
          <p:cNvSpPr>
            <a:spLocks noGrp="1"/>
          </p:cNvSpPr>
          <p:nvPr>
            <p:ph idx="1"/>
          </p:nvPr>
        </p:nvSpPr>
        <p:spPr>
          <a:xfrm>
            <a:off x="898391" y="2402036"/>
            <a:ext cx="10607796" cy="4282690"/>
          </a:xfrm>
        </p:spPr>
        <p:txBody>
          <a:bodyPr>
            <a:normAutofit fontScale="92500" lnSpcReduction="10000"/>
          </a:bodyPr>
          <a:lstStyle/>
          <a:p>
            <a:pPr lvl="0"/>
            <a:r>
              <a:rPr lang="en-US" sz="1800" b="1" dirty="0"/>
              <a:t>Company &amp; System:</a:t>
            </a:r>
            <a:r>
              <a:rPr lang="en-US" sz="1800" dirty="0"/>
              <a:t> Epic Systems Corporation — EpicCare Electronic Health Record (EHR)</a:t>
            </a:r>
          </a:p>
          <a:p>
            <a:pPr lvl="0"/>
            <a:r>
              <a:rPr lang="en-US" sz="1800" b="1" dirty="0"/>
              <a:t>System Function:</a:t>
            </a:r>
            <a:r>
              <a:rPr lang="en-US" sz="1800" dirty="0"/>
              <a:t> Manages electronic patient medical records, physician notes, prescription orders, and clinical workflows across hospital networks.</a:t>
            </a:r>
          </a:p>
          <a:p>
            <a:pPr lvl="0"/>
            <a:r>
              <a:rPr lang="en-US" sz="1800" b="1" dirty="0"/>
              <a:t>Development Approach:</a:t>
            </a:r>
            <a:r>
              <a:rPr lang="en-US" sz="1800" dirty="0"/>
              <a:t> Plan-Driven / Safety-Critical Waterfall Hybrid</a:t>
            </a:r>
          </a:p>
          <a:p>
            <a:pPr lvl="0"/>
            <a:r>
              <a:rPr lang="en-US" sz="1800" b="1" dirty="0"/>
              <a:t>4 Core Process Activities:</a:t>
            </a:r>
            <a:endParaRPr lang="en-US" sz="1800" dirty="0"/>
          </a:p>
          <a:p>
            <a:pPr lvl="1"/>
            <a:r>
              <a:rPr lang="en-US" sz="1800" b="1" dirty="0"/>
              <a:t>Specification:</a:t>
            </a:r>
            <a:r>
              <a:rPr lang="en-US" sz="1800" dirty="0"/>
              <a:t> Exhaustive upfront specifications driven by regulatory standards (HIPAA, FDA) and clinical safety protocols.</a:t>
            </a:r>
          </a:p>
          <a:p>
            <a:pPr lvl="1"/>
            <a:r>
              <a:rPr lang="en-US" sz="1800" b="1" dirty="0"/>
              <a:t>Design &amp; Implementation:</a:t>
            </a:r>
            <a:r>
              <a:rPr lang="en-US" sz="1800" dirty="0"/>
              <a:t> Modular clinical architecture with strict access control security models and data integrity baselines.</a:t>
            </a:r>
          </a:p>
          <a:p>
            <a:pPr lvl="1"/>
            <a:r>
              <a:rPr lang="en-US" sz="1800" b="1" dirty="0"/>
              <a:t>Validation:</a:t>
            </a:r>
            <a:r>
              <a:rPr lang="en-US" sz="1800" dirty="0"/>
              <a:t> Months of multi-tier clinical simulation, security audits, and formal verification before code freeze.</a:t>
            </a:r>
          </a:p>
          <a:p>
            <a:pPr lvl="1"/>
            <a:r>
              <a:rPr lang="en-US" sz="1800" b="1" dirty="0"/>
              <a:t>Evolution:</a:t>
            </a:r>
            <a:r>
              <a:rPr lang="en-US" sz="1800" dirty="0"/>
              <a:t> Scheduled quarterly/annual institutional releases managed by hospital Change Control Boards (CCB) to protect patient safety.</a:t>
            </a:r>
          </a:p>
          <a:p>
            <a:pPr lvl="0"/>
            <a:r>
              <a:rPr lang="en-US" sz="1800" b="1" dirty="0"/>
              <a:t>Process Flow:</a:t>
            </a:r>
            <a:r>
              <a:rPr lang="en-US" sz="1800" dirty="0"/>
              <a:t> Regulatory/Safety Specs → Formal Architecture → Secure Module Coding → Clinical Simulation &amp; Audits → Scheduled Institutional Rollout</a:t>
            </a:r>
          </a:p>
        </p:txBody>
      </p:sp>
      <p:pic>
        <p:nvPicPr>
          <p:cNvPr id="37" name="Graphic 36" descr="Stethoscope">
            <a:extLst>
              <a:ext uri="{FF2B5EF4-FFF2-40B4-BE49-F238E27FC236}">
                <a16:creationId xmlns:a16="http://schemas.microsoft.com/office/drawing/2014/main" id="{CA6D1079-C726-4F2A-B23D-193FED7F778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a:alphaModFix amt="15000"/>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35007452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E495F-CBC0-21C5-92D1-E6F98D43692A}"/>
              </a:ext>
            </a:extLst>
          </p:cNvPr>
          <p:cNvSpPr>
            <a:spLocks noGrp="1"/>
          </p:cNvSpPr>
          <p:nvPr>
            <p:ph type="title"/>
          </p:nvPr>
        </p:nvSpPr>
        <p:spPr/>
        <p:txBody>
          <a:bodyPr>
            <a:normAutofit fontScale="90000"/>
          </a:bodyPr>
          <a:lstStyle/>
          <a:p>
            <a:r>
              <a:rPr lang="en-US" b="1" dirty="0"/>
              <a:t>Part 9 : Comparison: E-Commerce vs. Healthcare</a:t>
            </a:r>
            <a:br>
              <a:rPr lang="en-US" b="1" dirty="0"/>
            </a:br>
            <a:endParaRPr lang="en-US" dirty="0"/>
          </a:p>
        </p:txBody>
      </p:sp>
      <p:graphicFrame>
        <p:nvGraphicFramePr>
          <p:cNvPr id="8" name="Table 7">
            <a:extLst>
              <a:ext uri="{FF2B5EF4-FFF2-40B4-BE49-F238E27FC236}">
                <a16:creationId xmlns:a16="http://schemas.microsoft.com/office/drawing/2014/main" id="{83665177-7EDB-DEF5-09EA-CC37314FC910}"/>
              </a:ext>
            </a:extLst>
          </p:cNvPr>
          <p:cNvGraphicFramePr>
            <a:graphicFrameLocks noGrp="1"/>
          </p:cNvGraphicFramePr>
          <p:nvPr>
            <p:extLst>
              <p:ext uri="{D42A27DB-BD31-4B8C-83A1-F6EECF244321}">
                <p14:modId xmlns:p14="http://schemas.microsoft.com/office/powerpoint/2010/main" val="969931864"/>
              </p:ext>
            </p:extLst>
          </p:nvPr>
        </p:nvGraphicFramePr>
        <p:xfrm>
          <a:off x="154235" y="1295400"/>
          <a:ext cx="11219499" cy="4653280"/>
        </p:xfrm>
        <a:graphic>
          <a:graphicData uri="http://schemas.openxmlformats.org/drawingml/2006/table">
            <a:tbl>
              <a:tblPr firstRow="1" bandRow="1">
                <a:tableStyleId>{5C22544A-7EE6-4342-B048-85BDC9FD1C3A}</a:tableStyleId>
              </a:tblPr>
              <a:tblGrid>
                <a:gridCol w="3338767">
                  <a:extLst>
                    <a:ext uri="{9D8B030D-6E8A-4147-A177-3AD203B41FA5}">
                      <a16:colId xmlns:a16="http://schemas.microsoft.com/office/drawing/2014/main" val="3290617121"/>
                    </a:ext>
                  </a:extLst>
                </a:gridCol>
                <a:gridCol w="3940366">
                  <a:extLst>
                    <a:ext uri="{9D8B030D-6E8A-4147-A177-3AD203B41FA5}">
                      <a16:colId xmlns:a16="http://schemas.microsoft.com/office/drawing/2014/main" val="344497621"/>
                    </a:ext>
                  </a:extLst>
                </a:gridCol>
                <a:gridCol w="3940366">
                  <a:extLst>
                    <a:ext uri="{9D8B030D-6E8A-4147-A177-3AD203B41FA5}">
                      <a16:colId xmlns:a16="http://schemas.microsoft.com/office/drawing/2014/main" val="3529221750"/>
                    </a:ext>
                  </a:extLst>
                </a:gridCol>
              </a:tblGrid>
              <a:tr h="370840">
                <a:tc>
                  <a:txBody>
                    <a:bodyPr/>
                    <a:lstStyle/>
                    <a:p>
                      <a:pPr marL="0" marR="0">
                        <a:spcAft>
                          <a:spcPts val="2400"/>
                        </a:spcAft>
                        <a:buNone/>
                      </a:pPr>
                      <a:r>
                        <a:rPr lang="en-US" b="1" dirty="0">
                          <a:effectLst/>
                          <a:latin typeface="Google Sans Text"/>
                        </a:rPr>
                        <a:t>Category</a:t>
                      </a:r>
                      <a:endParaRPr lang="en-US" dirty="0">
                        <a:effectLst/>
                        <a:latin typeface="Google Sans Text"/>
                      </a:endParaRPr>
                    </a:p>
                  </a:txBody>
                  <a:tcPr marL="76200" marR="76200" marT="50800" marB="50800" anchor="ctr"/>
                </a:tc>
                <a:tc>
                  <a:txBody>
                    <a:bodyPr/>
                    <a:lstStyle/>
                    <a:p>
                      <a:pPr marL="0" marR="0">
                        <a:spcAft>
                          <a:spcPts val="2400"/>
                        </a:spcAft>
                        <a:buNone/>
                      </a:pPr>
                      <a:r>
                        <a:rPr lang="en-US" b="1">
                          <a:effectLst/>
                          <a:latin typeface="Google Sans Text"/>
                        </a:rPr>
                        <a:t>Application 1 (Shopify)</a:t>
                      </a:r>
                      <a:endParaRPr lang="en-US">
                        <a:effectLst/>
                        <a:latin typeface="Google Sans Text"/>
                      </a:endParaRPr>
                    </a:p>
                  </a:txBody>
                  <a:tcPr marL="76200" marR="76200" marT="50800" marB="50800" anchor="ctr"/>
                </a:tc>
                <a:tc>
                  <a:txBody>
                    <a:bodyPr/>
                    <a:lstStyle/>
                    <a:p>
                      <a:pPr marL="0" marR="0">
                        <a:spcAft>
                          <a:spcPts val="2400"/>
                        </a:spcAft>
                        <a:buNone/>
                      </a:pPr>
                      <a:r>
                        <a:rPr lang="en-US" b="1">
                          <a:effectLst/>
                          <a:latin typeface="Google Sans Text"/>
                        </a:rPr>
                        <a:t>Application 2 (Epic Systems)</a:t>
                      </a:r>
                      <a:endParaRPr lang="en-US">
                        <a:effectLst/>
                        <a:latin typeface="Google Sans Text"/>
                      </a:endParaRPr>
                    </a:p>
                  </a:txBody>
                  <a:tcPr marL="76200" marR="76200" marT="50800" marB="50800" anchor="ctr"/>
                </a:tc>
                <a:extLst>
                  <a:ext uri="{0D108BD9-81ED-4DB2-BD59-A6C34878D82A}">
                    <a16:rowId xmlns:a16="http://schemas.microsoft.com/office/drawing/2014/main" val="3583321699"/>
                  </a:ext>
                </a:extLst>
              </a:tr>
              <a:tr h="370840">
                <a:tc>
                  <a:txBody>
                    <a:bodyPr/>
                    <a:lstStyle/>
                    <a:p>
                      <a:pPr marL="0" marR="0">
                        <a:spcAft>
                          <a:spcPts val="2400"/>
                        </a:spcAft>
                        <a:buNone/>
                      </a:pPr>
                      <a:r>
                        <a:rPr lang="en-US" b="1">
                          <a:effectLst/>
                          <a:latin typeface="Google Sans Text"/>
                        </a:rPr>
                        <a:t>Company/Organization</a:t>
                      </a:r>
                      <a:endParaRPr lang="en-US">
                        <a:effectLst/>
                        <a:latin typeface="Google Sans Text"/>
                      </a:endParaRPr>
                    </a:p>
                  </a:txBody>
                  <a:tcPr marL="76200" marR="76200" marT="50800" marB="50800" anchor="ctr"/>
                </a:tc>
                <a:tc>
                  <a:txBody>
                    <a:bodyPr/>
                    <a:lstStyle/>
                    <a:p>
                      <a:pPr marL="0" marR="0">
                        <a:spcAft>
                          <a:spcPts val="2400"/>
                        </a:spcAft>
                        <a:buNone/>
                      </a:pPr>
                      <a:r>
                        <a:rPr lang="en-US">
                          <a:effectLst/>
                          <a:latin typeface="Google Sans Text"/>
                        </a:rPr>
                        <a:t>Shopify Inc.</a:t>
                      </a:r>
                    </a:p>
                  </a:txBody>
                  <a:tcPr marL="76200" marR="76200" marT="50800" marB="50800" anchor="ctr"/>
                </a:tc>
                <a:tc>
                  <a:txBody>
                    <a:bodyPr/>
                    <a:lstStyle/>
                    <a:p>
                      <a:pPr marL="0" marR="0">
                        <a:spcAft>
                          <a:spcPts val="2400"/>
                        </a:spcAft>
                        <a:buNone/>
                      </a:pPr>
                      <a:r>
                        <a:rPr lang="en-US">
                          <a:effectLst/>
                          <a:latin typeface="Google Sans Text"/>
                        </a:rPr>
                        <a:t>Epic Systems Corporation</a:t>
                      </a:r>
                    </a:p>
                  </a:txBody>
                  <a:tcPr marL="76200" marR="76200" marT="50800" marB="50800" anchor="ctr"/>
                </a:tc>
                <a:extLst>
                  <a:ext uri="{0D108BD9-81ED-4DB2-BD59-A6C34878D82A}">
                    <a16:rowId xmlns:a16="http://schemas.microsoft.com/office/drawing/2014/main" val="515071340"/>
                  </a:ext>
                </a:extLst>
              </a:tr>
              <a:tr h="370840">
                <a:tc>
                  <a:txBody>
                    <a:bodyPr/>
                    <a:lstStyle/>
                    <a:p>
                      <a:pPr marL="0" marR="0">
                        <a:spcAft>
                          <a:spcPts val="2400"/>
                        </a:spcAft>
                        <a:buNone/>
                      </a:pPr>
                      <a:r>
                        <a:rPr lang="en-US" b="1">
                          <a:effectLst/>
                          <a:latin typeface="Google Sans Text"/>
                        </a:rPr>
                        <a:t>Software/Application</a:t>
                      </a:r>
                      <a:endParaRPr lang="en-US">
                        <a:effectLst/>
                        <a:latin typeface="Google Sans Text"/>
                      </a:endParaRPr>
                    </a:p>
                  </a:txBody>
                  <a:tcPr marL="76200" marR="76200" marT="50800" marB="50800" anchor="ctr"/>
                </a:tc>
                <a:tc>
                  <a:txBody>
                    <a:bodyPr/>
                    <a:lstStyle/>
                    <a:p>
                      <a:pPr marL="0" marR="0">
                        <a:spcAft>
                          <a:spcPts val="2400"/>
                        </a:spcAft>
                        <a:buNone/>
                      </a:pPr>
                      <a:r>
                        <a:rPr lang="en-US">
                          <a:effectLst/>
                          <a:latin typeface="Google Sans Text"/>
                        </a:rPr>
                        <a:t>Shopify E-Commerce Storefront Infrastructure</a:t>
                      </a:r>
                    </a:p>
                  </a:txBody>
                  <a:tcPr marL="76200" marR="76200" marT="50800" marB="50800" anchor="ctr"/>
                </a:tc>
                <a:tc>
                  <a:txBody>
                    <a:bodyPr/>
                    <a:lstStyle/>
                    <a:p>
                      <a:pPr marL="0" marR="0">
                        <a:spcAft>
                          <a:spcPts val="2400"/>
                        </a:spcAft>
                        <a:buNone/>
                      </a:pPr>
                      <a:r>
                        <a:rPr lang="en-US">
                          <a:effectLst/>
                          <a:latin typeface="Google Sans Text"/>
                        </a:rPr>
                        <a:t>EpicCare Electronic Health Record (EHR) System</a:t>
                      </a:r>
                    </a:p>
                  </a:txBody>
                  <a:tcPr marL="76200" marR="76200" marT="50800" marB="50800" anchor="ctr"/>
                </a:tc>
                <a:extLst>
                  <a:ext uri="{0D108BD9-81ED-4DB2-BD59-A6C34878D82A}">
                    <a16:rowId xmlns:a16="http://schemas.microsoft.com/office/drawing/2014/main" val="3966691843"/>
                  </a:ext>
                </a:extLst>
              </a:tr>
              <a:tr h="370840">
                <a:tc>
                  <a:txBody>
                    <a:bodyPr/>
                    <a:lstStyle/>
                    <a:p>
                      <a:pPr marL="0" marR="0">
                        <a:spcAft>
                          <a:spcPts val="2400"/>
                        </a:spcAft>
                        <a:buNone/>
                      </a:pPr>
                      <a:r>
                        <a:rPr lang="en-US" b="1">
                          <a:effectLst/>
                          <a:latin typeface="Google Sans Text"/>
                        </a:rPr>
                        <a:t>Primary Users</a:t>
                      </a:r>
                      <a:endParaRPr lang="en-US">
                        <a:effectLst/>
                        <a:latin typeface="Google Sans Text"/>
                      </a:endParaRPr>
                    </a:p>
                  </a:txBody>
                  <a:tcPr marL="76200" marR="76200" marT="50800" marB="50800" anchor="ctr"/>
                </a:tc>
                <a:tc>
                  <a:txBody>
                    <a:bodyPr/>
                    <a:lstStyle/>
                    <a:p>
                      <a:pPr marL="0" marR="0">
                        <a:spcAft>
                          <a:spcPts val="2400"/>
                        </a:spcAft>
                        <a:buNone/>
                      </a:pPr>
                      <a:r>
                        <a:rPr lang="en-US">
                          <a:effectLst/>
                          <a:latin typeface="Google Sans Text"/>
                        </a:rPr>
                        <a:t>Online merchants, store managers, and global shoppers</a:t>
                      </a:r>
                    </a:p>
                  </a:txBody>
                  <a:tcPr marL="76200" marR="76200" marT="50800" marB="50800" anchor="ctr"/>
                </a:tc>
                <a:tc>
                  <a:txBody>
                    <a:bodyPr/>
                    <a:lstStyle/>
                    <a:p>
                      <a:pPr marL="0" marR="0">
                        <a:spcAft>
                          <a:spcPts val="2400"/>
                        </a:spcAft>
                        <a:buNone/>
                      </a:pPr>
                      <a:r>
                        <a:rPr lang="en-US">
                          <a:effectLst/>
                          <a:latin typeface="Google Sans Text"/>
                        </a:rPr>
                        <a:t>Doctors, nurses, pharmacists, and medical staff</a:t>
                      </a:r>
                    </a:p>
                  </a:txBody>
                  <a:tcPr marL="76200" marR="76200" marT="50800" marB="50800" anchor="ctr"/>
                </a:tc>
                <a:extLst>
                  <a:ext uri="{0D108BD9-81ED-4DB2-BD59-A6C34878D82A}">
                    <a16:rowId xmlns:a16="http://schemas.microsoft.com/office/drawing/2014/main" val="3334581142"/>
                  </a:ext>
                </a:extLst>
              </a:tr>
              <a:tr h="370840">
                <a:tc>
                  <a:txBody>
                    <a:bodyPr/>
                    <a:lstStyle/>
                    <a:p>
                      <a:pPr marL="0" marR="0">
                        <a:spcAft>
                          <a:spcPts val="2400"/>
                        </a:spcAft>
                        <a:buNone/>
                      </a:pPr>
                      <a:r>
                        <a:rPr lang="en-US" b="1">
                          <a:effectLst/>
                          <a:latin typeface="Google Sans Text"/>
                        </a:rPr>
                        <a:t>Development Approach</a:t>
                      </a:r>
                      <a:endParaRPr lang="en-US">
                        <a:effectLst/>
                        <a:latin typeface="Google Sans Text"/>
                      </a:endParaRPr>
                    </a:p>
                  </a:txBody>
                  <a:tcPr marL="76200" marR="76200" marT="50800" marB="50800" anchor="ctr"/>
                </a:tc>
                <a:tc>
                  <a:txBody>
                    <a:bodyPr/>
                    <a:lstStyle/>
                    <a:p>
                      <a:pPr marL="0" marR="0">
                        <a:spcAft>
                          <a:spcPts val="2400"/>
                        </a:spcAft>
                        <a:buNone/>
                      </a:pPr>
                      <a:r>
                        <a:rPr lang="en-US">
                          <a:effectLst/>
                          <a:latin typeface="Google Sans Text"/>
                        </a:rPr>
                        <a:t>Agile / DevOps / Microservices Architecture</a:t>
                      </a:r>
                    </a:p>
                  </a:txBody>
                  <a:tcPr marL="76200" marR="76200" marT="50800" marB="50800" anchor="ctr"/>
                </a:tc>
                <a:tc>
                  <a:txBody>
                    <a:bodyPr/>
                    <a:lstStyle/>
                    <a:p>
                      <a:pPr marL="0" marR="0">
                        <a:spcAft>
                          <a:spcPts val="2400"/>
                        </a:spcAft>
                        <a:buNone/>
                      </a:pPr>
                      <a:r>
                        <a:rPr lang="en-US" dirty="0">
                          <a:effectLst/>
                          <a:latin typeface="Google Sans Text"/>
                        </a:rPr>
                        <a:t>Plan-Driven / Safety-Critical Waterfall Hybrid</a:t>
                      </a:r>
                    </a:p>
                  </a:txBody>
                  <a:tcPr marL="76200" marR="76200" marT="50800" marB="50800" anchor="ctr"/>
                </a:tc>
                <a:extLst>
                  <a:ext uri="{0D108BD9-81ED-4DB2-BD59-A6C34878D82A}">
                    <a16:rowId xmlns:a16="http://schemas.microsoft.com/office/drawing/2014/main" val="3182415059"/>
                  </a:ext>
                </a:extLst>
              </a:tr>
              <a:tr h="370840">
                <a:tc>
                  <a:txBody>
                    <a:bodyPr/>
                    <a:lstStyle/>
                    <a:p>
                      <a:pPr marL="0" marR="0">
                        <a:spcAft>
                          <a:spcPts val="2400"/>
                        </a:spcAft>
                        <a:buNone/>
                      </a:pPr>
                      <a:r>
                        <a:rPr lang="en-US" b="1" dirty="0">
                          <a:effectLst/>
                          <a:latin typeface="Google Sans Text"/>
                        </a:rPr>
                        <a:t>Requirements Process</a:t>
                      </a:r>
                      <a:endParaRPr lang="en-US" dirty="0">
                        <a:effectLst/>
                        <a:latin typeface="Google Sans Text"/>
                      </a:endParaRPr>
                    </a:p>
                  </a:txBody>
                  <a:tcPr marL="76200" marR="76200" marT="50800" marB="50800" anchor="ctr"/>
                </a:tc>
                <a:tc>
                  <a:txBody>
                    <a:bodyPr/>
                    <a:lstStyle/>
                    <a:p>
                      <a:pPr marL="0" marR="0">
                        <a:spcAft>
                          <a:spcPts val="2400"/>
                        </a:spcAft>
                        <a:buNone/>
                      </a:pPr>
                      <a:r>
                        <a:rPr lang="en-US">
                          <a:effectLst/>
                          <a:latin typeface="Google Sans Text"/>
                        </a:rPr>
                        <a:t>Dynamic product backlog driven by merchant usage analytics &amp; A/B testing</a:t>
                      </a:r>
                    </a:p>
                  </a:txBody>
                  <a:tcPr marL="76200" marR="76200" marT="50800" marB="50800" anchor="ctr"/>
                </a:tc>
                <a:tc>
                  <a:txBody>
                    <a:bodyPr/>
                    <a:lstStyle/>
                    <a:p>
                      <a:pPr marL="0" marR="0">
                        <a:spcAft>
                          <a:spcPts val="2400"/>
                        </a:spcAft>
                        <a:buNone/>
                      </a:pPr>
                      <a:r>
                        <a:rPr lang="en-US">
                          <a:effectLst/>
                          <a:latin typeface="Google Sans Text"/>
                        </a:rPr>
                        <a:t>Formal upfront specifications based on HIPAA rules &amp; FDA regulations</a:t>
                      </a:r>
                    </a:p>
                  </a:txBody>
                  <a:tcPr marL="76200" marR="76200" marT="50800" marB="50800" anchor="ctr"/>
                </a:tc>
                <a:extLst>
                  <a:ext uri="{0D108BD9-81ED-4DB2-BD59-A6C34878D82A}">
                    <a16:rowId xmlns:a16="http://schemas.microsoft.com/office/drawing/2014/main" val="3071167396"/>
                  </a:ext>
                </a:extLst>
              </a:tr>
              <a:tr h="370840">
                <a:tc>
                  <a:txBody>
                    <a:bodyPr/>
                    <a:lstStyle/>
                    <a:p>
                      <a:pPr marL="0" marR="0">
                        <a:spcAft>
                          <a:spcPts val="2400"/>
                        </a:spcAft>
                        <a:buNone/>
                      </a:pPr>
                      <a:r>
                        <a:rPr lang="en-US" b="1">
                          <a:effectLst/>
                          <a:latin typeface="Google Sans Text"/>
                        </a:rPr>
                        <a:t>Development</a:t>
                      </a:r>
                      <a:endParaRPr lang="en-US">
                        <a:effectLst/>
                        <a:latin typeface="Google Sans Text"/>
                      </a:endParaRPr>
                    </a:p>
                  </a:txBody>
                  <a:tcPr marL="76200" marR="76200" marT="50800" marB="50800" anchor="ctr"/>
                </a:tc>
                <a:tc>
                  <a:txBody>
                    <a:bodyPr/>
                    <a:lstStyle/>
                    <a:p>
                      <a:pPr marL="0" marR="0">
                        <a:spcAft>
                          <a:spcPts val="2400"/>
                        </a:spcAft>
                        <a:buNone/>
                      </a:pPr>
                      <a:r>
                        <a:rPr lang="en-US">
                          <a:effectLst/>
                          <a:latin typeface="Google Sans Text"/>
                        </a:rPr>
                        <a:t>API-first microservices &amp; pre-built third-party component integration</a:t>
                      </a:r>
                    </a:p>
                  </a:txBody>
                  <a:tcPr marL="76200" marR="76200" marT="50800" marB="50800" anchor="ctr"/>
                </a:tc>
                <a:tc>
                  <a:txBody>
                    <a:bodyPr/>
                    <a:lstStyle/>
                    <a:p>
                      <a:pPr marL="0" marR="0">
                        <a:spcAft>
                          <a:spcPts val="2400"/>
                        </a:spcAft>
                        <a:buNone/>
                      </a:pPr>
                      <a:r>
                        <a:rPr lang="en-US">
                          <a:effectLst/>
                          <a:latin typeface="Google Sans Text"/>
                        </a:rPr>
                        <a:t>Modular clinical data engine with strict role-based access control</a:t>
                      </a:r>
                    </a:p>
                  </a:txBody>
                  <a:tcPr marL="76200" marR="76200" marT="50800" marB="50800" anchor="ctr"/>
                </a:tc>
                <a:extLst>
                  <a:ext uri="{0D108BD9-81ED-4DB2-BD59-A6C34878D82A}">
                    <a16:rowId xmlns:a16="http://schemas.microsoft.com/office/drawing/2014/main" val="9340034"/>
                  </a:ext>
                </a:extLst>
              </a:tr>
              <a:tr h="370840">
                <a:tc>
                  <a:txBody>
                    <a:bodyPr/>
                    <a:lstStyle/>
                    <a:p>
                      <a:pPr marL="0" marR="0">
                        <a:spcAft>
                          <a:spcPts val="2400"/>
                        </a:spcAft>
                        <a:buNone/>
                      </a:pPr>
                      <a:r>
                        <a:rPr lang="en-US" b="1">
                          <a:effectLst/>
                          <a:latin typeface="Google Sans Text"/>
                        </a:rPr>
                        <a:t>Testing/Validation</a:t>
                      </a:r>
                      <a:endParaRPr lang="en-US">
                        <a:effectLst/>
                        <a:latin typeface="Google Sans Text"/>
                      </a:endParaRPr>
                    </a:p>
                  </a:txBody>
                  <a:tcPr marL="76200" marR="76200" marT="50800" marB="50800" anchor="ctr"/>
                </a:tc>
                <a:tc>
                  <a:txBody>
                    <a:bodyPr/>
                    <a:lstStyle/>
                    <a:p>
                      <a:pPr marL="0" marR="0">
                        <a:spcAft>
                          <a:spcPts val="2400"/>
                        </a:spcAft>
                        <a:buNone/>
                      </a:pPr>
                      <a:r>
                        <a:rPr lang="en-US">
                          <a:effectLst/>
                          <a:latin typeface="Google Sans Text"/>
                        </a:rPr>
                        <a:t>Automated CI/CD pipelines, unit suites, and canary deployments</a:t>
                      </a:r>
                    </a:p>
                  </a:txBody>
                  <a:tcPr marL="76200" marR="76200" marT="50800" marB="50800" anchor="ctr"/>
                </a:tc>
                <a:tc>
                  <a:txBody>
                    <a:bodyPr/>
                    <a:lstStyle/>
                    <a:p>
                      <a:pPr marL="0" marR="0">
                        <a:spcAft>
                          <a:spcPts val="2400"/>
                        </a:spcAft>
                        <a:buNone/>
                      </a:pPr>
                      <a:r>
                        <a:rPr lang="en-US" dirty="0">
                          <a:effectLst/>
                          <a:latin typeface="Google Sans Text"/>
                        </a:rPr>
                        <a:t>Multi-tier clinical simulation, data integrity testing &amp; HIPAA audits</a:t>
                      </a:r>
                    </a:p>
                  </a:txBody>
                  <a:tcPr marL="76200" marR="76200" marT="50800" marB="50800" anchor="ctr"/>
                </a:tc>
                <a:extLst>
                  <a:ext uri="{0D108BD9-81ED-4DB2-BD59-A6C34878D82A}">
                    <a16:rowId xmlns:a16="http://schemas.microsoft.com/office/drawing/2014/main" val="3105005549"/>
                  </a:ext>
                </a:extLst>
              </a:tr>
            </a:tbl>
          </a:graphicData>
        </a:graphic>
      </p:graphicFrame>
    </p:spTree>
    <p:extLst>
      <p:ext uri="{BB962C8B-B14F-4D97-AF65-F5344CB8AC3E}">
        <p14:creationId xmlns:p14="http://schemas.microsoft.com/office/powerpoint/2010/main" val="14543316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78897-D4EC-65D6-0DC6-F3CF78DC98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A07D3C-5D88-D6DA-9B4A-FF49336BC393}"/>
              </a:ext>
            </a:extLst>
          </p:cNvPr>
          <p:cNvSpPr>
            <a:spLocks noGrp="1"/>
          </p:cNvSpPr>
          <p:nvPr>
            <p:ph type="title"/>
          </p:nvPr>
        </p:nvSpPr>
        <p:spPr/>
        <p:txBody>
          <a:bodyPr>
            <a:normAutofit fontScale="90000"/>
          </a:bodyPr>
          <a:lstStyle/>
          <a:p>
            <a:r>
              <a:rPr lang="en-US" b="1" dirty="0"/>
              <a:t>Part 9 : Comparison: E-Commerce vs. Healthcare</a:t>
            </a:r>
            <a:br>
              <a:rPr lang="en-US" b="1" dirty="0"/>
            </a:br>
            <a:endParaRPr lang="en-US" dirty="0"/>
          </a:p>
        </p:txBody>
      </p:sp>
      <p:graphicFrame>
        <p:nvGraphicFramePr>
          <p:cNvPr id="8" name="Table 7">
            <a:extLst>
              <a:ext uri="{FF2B5EF4-FFF2-40B4-BE49-F238E27FC236}">
                <a16:creationId xmlns:a16="http://schemas.microsoft.com/office/drawing/2014/main" id="{1EA8C723-4551-3AE2-734C-0249F7038B45}"/>
              </a:ext>
            </a:extLst>
          </p:cNvPr>
          <p:cNvGraphicFramePr>
            <a:graphicFrameLocks noGrp="1"/>
          </p:cNvGraphicFramePr>
          <p:nvPr>
            <p:extLst>
              <p:ext uri="{D42A27DB-BD31-4B8C-83A1-F6EECF244321}">
                <p14:modId xmlns:p14="http://schemas.microsoft.com/office/powerpoint/2010/main" val="3223235607"/>
              </p:ext>
            </p:extLst>
          </p:nvPr>
        </p:nvGraphicFramePr>
        <p:xfrm>
          <a:off x="154235" y="1295400"/>
          <a:ext cx="11219499" cy="4927600"/>
        </p:xfrm>
        <a:graphic>
          <a:graphicData uri="http://schemas.openxmlformats.org/drawingml/2006/table">
            <a:tbl>
              <a:tblPr firstRow="1" bandRow="1">
                <a:tableStyleId>{5C22544A-7EE6-4342-B048-85BDC9FD1C3A}</a:tableStyleId>
              </a:tblPr>
              <a:tblGrid>
                <a:gridCol w="3338767">
                  <a:extLst>
                    <a:ext uri="{9D8B030D-6E8A-4147-A177-3AD203B41FA5}">
                      <a16:colId xmlns:a16="http://schemas.microsoft.com/office/drawing/2014/main" val="3290617121"/>
                    </a:ext>
                  </a:extLst>
                </a:gridCol>
                <a:gridCol w="3940366">
                  <a:extLst>
                    <a:ext uri="{9D8B030D-6E8A-4147-A177-3AD203B41FA5}">
                      <a16:colId xmlns:a16="http://schemas.microsoft.com/office/drawing/2014/main" val="344497621"/>
                    </a:ext>
                  </a:extLst>
                </a:gridCol>
                <a:gridCol w="3940366">
                  <a:extLst>
                    <a:ext uri="{9D8B030D-6E8A-4147-A177-3AD203B41FA5}">
                      <a16:colId xmlns:a16="http://schemas.microsoft.com/office/drawing/2014/main" val="3529221750"/>
                    </a:ext>
                  </a:extLst>
                </a:gridCol>
              </a:tblGrid>
              <a:tr h="370840">
                <a:tc>
                  <a:txBody>
                    <a:bodyPr/>
                    <a:lstStyle/>
                    <a:p>
                      <a:pPr marL="0" marR="0">
                        <a:spcAft>
                          <a:spcPts val="2400"/>
                        </a:spcAft>
                        <a:buNone/>
                      </a:pPr>
                      <a:r>
                        <a:rPr lang="en-US" b="1" dirty="0">
                          <a:effectLst/>
                          <a:latin typeface="Google Sans Text"/>
                        </a:rPr>
                        <a:t>Category</a:t>
                      </a:r>
                      <a:endParaRPr lang="en-US" dirty="0">
                        <a:effectLst/>
                        <a:latin typeface="Google Sans Text"/>
                      </a:endParaRPr>
                    </a:p>
                  </a:txBody>
                  <a:tcPr marL="76200" marR="76200" marT="50800" marB="50800" anchor="ctr"/>
                </a:tc>
                <a:tc>
                  <a:txBody>
                    <a:bodyPr/>
                    <a:lstStyle/>
                    <a:p>
                      <a:pPr marL="0" marR="0">
                        <a:spcAft>
                          <a:spcPts val="2400"/>
                        </a:spcAft>
                        <a:buNone/>
                      </a:pPr>
                      <a:r>
                        <a:rPr lang="en-US" b="1">
                          <a:effectLst/>
                          <a:latin typeface="Google Sans Text"/>
                        </a:rPr>
                        <a:t>Application 1 (Shopify)</a:t>
                      </a:r>
                      <a:endParaRPr lang="en-US">
                        <a:effectLst/>
                        <a:latin typeface="Google Sans Text"/>
                      </a:endParaRPr>
                    </a:p>
                  </a:txBody>
                  <a:tcPr marL="76200" marR="76200" marT="50800" marB="50800" anchor="ctr"/>
                </a:tc>
                <a:tc>
                  <a:txBody>
                    <a:bodyPr/>
                    <a:lstStyle/>
                    <a:p>
                      <a:pPr marL="0" marR="0">
                        <a:spcAft>
                          <a:spcPts val="2400"/>
                        </a:spcAft>
                        <a:buNone/>
                      </a:pPr>
                      <a:r>
                        <a:rPr lang="en-US" b="1">
                          <a:effectLst/>
                          <a:latin typeface="Google Sans Text"/>
                        </a:rPr>
                        <a:t>Application 2 (Epic Systems)</a:t>
                      </a:r>
                      <a:endParaRPr lang="en-US">
                        <a:effectLst/>
                        <a:latin typeface="Google Sans Text"/>
                      </a:endParaRPr>
                    </a:p>
                  </a:txBody>
                  <a:tcPr marL="76200" marR="76200" marT="50800" marB="50800" anchor="ctr"/>
                </a:tc>
                <a:extLst>
                  <a:ext uri="{0D108BD9-81ED-4DB2-BD59-A6C34878D82A}">
                    <a16:rowId xmlns:a16="http://schemas.microsoft.com/office/drawing/2014/main" val="3583321699"/>
                  </a:ext>
                </a:extLst>
              </a:tr>
              <a:tr h="370840">
                <a:tc>
                  <a:txBody>
                    <a:bodyPr/>
                    <a:lstStyle/>
                    <a:p>
                      <a:pPr marL="0" marR="0">
                        <a:spcAft>
                          <a:spcPts val="2400"/>
                        </a:spcAft>
                        <a:buNone/>
                      </a:pPr>
                      <a:r>
                        <a:rPr lang="en-US" b="1" dirty="0">
                          <a:effectLst/>
                          <a:latin typeface="Google Sans Text"/>
                        </a:rPr>
                        <a:t>Deployment</a:t>
                      </a:r>
                      <a:endParaRPr lang="en-US" dirty="0">
                        <a:effectLst/>
                        <a:latin typeface="Google Sans Text"/>
                      </a:endParaRPr>
                    </a:p>
                  </a:txBody>
                  <a:tcPr marL="76200" marR="76200" marT="50800" marB="50800" anchor="ctr"/>
                </a:tc>
                <a:tc>
                  <a:txBody>
                    <a:bodyPr/>
                    <a:lstStyle/>
                    <a:p>
                      <a:pPr marL="0" marR="0">
                        <a:spcAft>
                          <a:spcPts val="2400"/>
                        </a:spcAft>
                        <a:buNone/>
                      </a:pPr>
                      <a:r>
                        <a:rPr lang="en-US">
                          <a:effectLst/>
                          <a:latin typeface="Google Sans Text"/>
                        </a:rPr>
                        <a:t>Continuous deployment (multiple updates pushed live per day)</a:t>
                      </a:r>
                    </a:p>
                  </a:txBody>
                  <a:tcPr marL="76200" marR="76200" marT="50800" marB="50800" anchor="ctr"/>
                </a:tc>
                <a:tc>
                  <a:txBody>
                    <a:bodyPr/>
                    <a:lstStyle/>
                    <a:p>
                      <a:pPr marL="0" marR="0">
                        <a:spcAft>
                          <a:spcPts val="2400"/>
                        </a:spcAft>
                        <a:buNone/>
                      </a:pPr>
                      <a:r>
                        <a:rPr lang="en-US">
                          <a:effectLst/>
                          <a:latin typeface="Google Sans Text"/>
                        </a:rPr>
                        <a:t>Scheduled institutional release cycles (quarterly or annual updates)</a:t>
                      </a:r>
                    </a:p>
                  </a:txBody>
                  <a:tcPr marL="76200" marR="76200" marT="50800" marB="50800" anchor="ctr"/>
                </a:tc>
                <a:extLst>
                  <a:ext uri="{0D108BD9-81ED-4DB2-BD59-A6C34878D82A}">
                    <a16:rowId xmlns:a16="http://schemas.microsoft.com/office/drawing/2014/main" val="515071340"/>
                  </a:ext>
                </a:extLst>
              </a:tr>
              <a:tr h="370840">
                <a:tc>
                  <a:txBody>
                    <a:bodyPr/>
                    <a:lstStyle/>
                    <a:p>
                      <a:pPr marL="0" marR="0">
                        <a:spcAft>
                          <a:spcPts val="2400"/>
                        </a:spcAft>
                        <a:buNone/>
                      </a:pPr>
                      <a:r>
                        <a:rPr lang="en-US" b="1" dirty="0">
                          <a:effectLst/>
                          <a:latin typeface="Google Sans Text"/>
                        </a:rPr>
                        <a:t>Maintenance/Updates</a:t>
                      </a:r>
                      <a:endParaRPr lang="en-US" dirty="0">
                        <a:effectLst/>
                        <a:latin typeface="Google Sans Text"/>
                      </a:endParaRPr>
                    </a:p>
                  </a:txBody>
                  <a:tcPr marL="76200" marR="76200" marT="50800" marB="50800" anchor="ctr"/>
                </a:tc>
                <a:tc>
                  <a:txBody>
                    <a:bodyPr/>
                    <a:lstStyle/>
                    <a:p>
                      <a:pPr marL="0" marR="0">
                        <a:spcAft>
                          <a:spcPts val="2400"/>
                        </a:spcAft>
                        <a:buNone/>
                      </a:pPr>
                      <a:r>
                        <a:rPr lang="en-US">
                          <a:effectLst/>
                          <a:latin typeface="Google Sans Text"/>
                        </a:rPr>
                        <a:t>Real-time cloud background updates without storefront downtime</a:t>
                      </a:r>
                    </a:p>
                  </a:txBody>
                  <a:tcPr marL="76200" marR="76200" marT="50800" marB="50800" anchor="ctr"/>
                </a:tc>
                <a:tc>
                  <a:txBody>
                    <a:bodyPr/>
                    <a:lstStyle/>
                    <a:p>
                      <a:pPr marL="0" marR="0">
                        <a:spcAft>
                          <a:spcPts val="2400"/>
                        </a:spcAft>
                        <a:buNone/>
                      </a:pPr>
                      <a:r>
                        <a:rPr lang="en-US">
                          <a:effectLst/>
                          <a:latin typeface="Google Sans Text"/>
                        </a:rPr>
                        <a:t>Institutional patches governed by Change Control Board (CCB) oversight</a:t>
                      </a:r>
                    </a:p>
                  </a:txBody>
                  <a:tcPr marL="76200" marR="76200" marT="50800" marB="50800" anchor="ctr"/>
                </a:tc>
                <a:extLst>
                  <a:ext uri="{0D108BD9-81ED-4DB2-BD59-A6C34878D82A}">
                    <a16:rowId xmlns:a16="http://schemas.microsoft.com/office/drawing/2014/main" val="3966691843"/>
                  </a:ext>
                </a:extLst>
              </a:tr>
              <a:tr h="370840">
                <a:tc>
                  <a:txBody>
                    <a:bodyPr/>
                    <a:lstStyle/>
                    <a:p>
                      <a:pPr marL="0" marR="0">
                        <a:spcAft>
                          <a:spcPts val="2400"/>
                        </a:spcAft>
                        <a:buNone/>
                      </a:pPr>
                      <a:r>
                        <a:rPr lang="en-US" b="1" dirty="0">
                          <a:effectLst/>
                          <a:latin typeface="Google Sans Text"/>
                        </a:rPr>
                        <a:t>Customer Feedback</a:t>
                      </a:r>
                      <a:endParaRPr lang="en-US" dirty="0">
                        <a:effectLst/>
                        <a:latin typeface="Google Sans Text"/>
                      </a:endParaRPr>
                    </a:p>
                  </a:txBody>
                  <a:tcPr marL="76200" marR="76200" marT="50800" marB="50800" anchor="ctr"/>
                </a:tc>
                <a:tc>
                  <a:txBody>
                    <a:bodyPr/>
                    <a:lstStyle/>
                    <a:p>
                      <a:pPr marL="0" marR="0">
                        <a:spcAft>
                          <a:spcPts val="2400"/>
                        </a:spcAft>
                        <a:buNone/>
                      </a:pPr>
                      <a:r>
                        <a:rPr lang="en-US">
                          <a:effectLst/>
                          <a:latin typeface="Google Sans Text"/>
                        </a:rPr>
                        <a:t>Real-time site telemetry, merchant analytics, and live experimentation</a:t>
                      </a:r>
                    </a:p>
                  </a:txBody>
                  <a:tcPr marL="76200" marR="76200" marT="50800" marB="50800" anchor="ctr"/>
                </a:tc>
                <a:tc>
                  <a:txBody>
                    <a:bodyPr/>
                    <a:lstStyle/>
                    <a:p>
                      <a:pPr marL="0" marR="0">
                        <a:spcAft>
                          <a:spcPts val="2400"/>
                        </a:spcAft>
                        <a:buNone/>
                      </a:pPr>
                      <a:r>
                        <a:rPr lang="en-US">
                          <a:effectLst/>
                          <a:latin typeface="Google Sans Text"/>
                        </a:rPr>
                        <a:t>Clinical advisory boards, hospital system feedback, and audit reports</a:t>
                      </a:r>
                    </a:p>
                  </a:txBody>
                  <a:tcPr marL="76200" marR="76200" marT="50800" marB="50800" anchor="ctr"/>
                </a:tc>
                <a:extLst>
                  <a:ext uri="{0D108BD9-81ED-4DB2-BD59-A6C34878D82A}">
                    <a16:rowId xmlns:a16="http://schemas.microsoft.com/office/drawing/2014/main" val="3334581142"/>
                  </a:ext>
                </a:extLst>
              </a:tr>
              <a:tr h="370840">
                <a:tc>
                  <a:txBody>
                    <a:bodyPr/>
                    <a:lstStyle/>
                    <a:p>
                      <a:pPr marL="0" marR="0">
                        <a:spcAft>
                          <a:spcPts val="2400"/>
                        </a:spcAft>
                        <a:buNone/>
                      </a:pPr>
                      <a:r>
                        <a:rPr lang="en-US" b="1" dirty="0">
                          <a:effectLst/>
                          <a:latin typeface="Google Sans Text"/>
                        </a:rPr>
                        <a:t>Waterfall Characteristics</a:t>
                      </a:r>
                      <a:endParaRPr lang="en-US" dirty="0">
                        <a:effectLst/>
                        <a:latin typeface="Google Sans Text"/>
                      </a:endParaRPr>
                    </a:p>
                  </a:txBody>
                  <a:tcPr marL="76200" marR="76200" marT="50800" marB="50800" anchor="ctr"/>
                </a:tc>
                <a:tc>
                  <a:txBody>
                    <a:bodyPr/>
                    <a:lstStyle/>
                    <a:p>
                      <a:pPr marL="0" marR="0">
                        <a:spcAft>
                          <a:spcPts val="2400"/>
                        </a:spcAft>
                        <a:buNone/>
                      </a:pPr>
                      <a:r>
                        <a:rPr lang="en-US">
                          <a:effectLst/>
                          <a:latin typeface="Google Sans Text"/>
                        </a:rPr>
                        <a:t>Core payment security baselines &amp; financial data compliance rules</a:t>
                      </a:r>
                    </a:p>
                  </a:txBody>
                  <a:tcPr marL="76200" marR="76200" marT="50800" marB="50800" anchor="ctr"/>
                </a:tc>
                <a:tc>
                  <a:txBody>
                    <a:bodyPr/>
                    <a:lstStyle/>
                    <a:p>
                      <a:pPr marL="0" marR="0">
                        <a:spcAft>
                          <a:spcPts val="2400"/>
                        </a:spcAft>
                        <a:buNone/>
                      </a:pPr>
                      <a:r>
                        <a:rPr lang="en-US">
                          <a:effectLst/>
                          <a:latin typeface="Google Sans Text"/>
                        </a:rPr>
                        <a:t>Sequential phase gates, exhaustive documentation, and signed-off specs</a:t>
                      </a:r>
                    </a:p>
                  </a:txBody>
                  <a:tcPr marL="76200" marR="76200" marT="50800" marB="50800" anchor="ctr"/>
                </a:tc>
                <a:extLst>
                  <a:ext uri="{0D108BD9-81ED-4DB2-BD59-A6C34878D82A}">
                    <a16:rowId xmlns:a16="http://schemas.microsoft.com/office/drawing/2014/main" val="3182415059"/>
                  </a:ext>
                </a:extLst>
              </a:tr>
              <a:tr h="370840">
                <a:tc>
                  <a:txBody>
                    <a:bodyPr/>
                    <a:lstStyle/>
                    <a:p>
                      <a:pPr marL="0" marR="0">
                        <a:spcAft>
                          <a:spcPts val="2400"/>
                        </a:spcAft>
                        <a:buNone/>
                      </a:pPr>
                      <a:r>
                        <a:rPr lang="en-US" b="1" dirty="0">
                          <a:effectLst/>
                          <a:latin typeface="Google Sans Text"/>
                        </a:rPr>
                        <a:t>Agile/Incremental Characteristics</a:t>
                      </a:r>
                      <a:endParaRPr lang="en-US" dirty="0">
                        <a:effectLst/>
                        <a:latin typeface="Google Sans Text"/>
                      </a:endParaRPr>
                    </a:p>
                  </a:txBody>
                  <a:tcPr marL="76200" marR="76200" marT="50800" marB="50800" anchor="ctr"/>
                </a:tc>
                <a:tc>
                  <a:txBody>
                    <a:bodyPr/>
                    <a:lstStyle/>
                    <a:p>
                      <a:pPr marL="0" marR="0">
                        <a:spcAft>
                          <a:spcPts val="2400"/>
                        </a:spcAft>
                        <a:buNone/>
                      </a:pPr>
                      <a:r>
                        <a:rPr lang="en-US">
                          <a:effectLst/>
                          <a:latin typeface="Google Sans Text"/>
                        </a:rPr>
                        <a:t>Rapid storefront feature updates and short sprint releases</a:t>
                      </a:r>
                    </a:p>
                  </a:txBody>
                  <a:tcPr marL="76200" marR="76200" marT="50800" marB="50800" anchor="ctr"/>
                </a:tc>
                <a:tc>
                  <a:txBody>
                    <a:bodyPr/>
                    <a:lstStyle/>
                    <a:p>
                      <a:pPr marL="0" marR="0">
                        <a:spcAft>
                          <a:spcPts val="2400"/>
                        </a:spcAft>
                        <a:buNone/>
                      </a:pPr>
                      <a:r>
                        <a:rPr lang="en-US">
                          <a:effectLst/>
                          <a:latin typeface="Google Sans Text"/>
                        </a:rPr>
                        <a:t>Internal iterative engineering sprints prior to formal release freezes</a:t>
                      </a:r>
                    </a:p>
                  </a:txBody>
                  <a:tcPr marL="76200" marR="76200" marT="50800" marB="50800" anchor="ctr"/>
                </a:tc>
                <a:extLst>
                  <a:ext uri="{0D108BD9-81ED-4DB2-BD59-A6C34878D82A}">
                    <a16:rowId xmlns:a16="http://schemas.microsoft.com/office/drawing/2014/main" val="3071167396"/>
                  </a:ext>
                </a:extLst>
              </a:tr>
              <a:tr h="370840">
                <a:tc>
                  <a:txBody>
                    <a:bodyPr/>
                    <a:lstStyle/>
                    <a:p>
                      <a:pPr marL="0" marR="0">
                        <a:spcAft>
                          <a:spcPts val="2400"/>
                        </a:spcAft>
                        <a:buNone/>
                      </a:pPr>
                      <a:r>
                        <a:rPr lang="en-US" b="1" dirty="0">
                          <a:effectLst/>
                          <a:latin typeface="Google Sans Text"/>
                        </a:rPr>
                        <a:t>Major Advantage of Approach</a:t>
                      </a:r>
                      <a:endParaRPr lang="en-US" dirty="0">
                        <a:effectLst/>
                        <a:latin typeface="Google Sans Text"/>
                      </a:endParaRPr>
                    </a:p>
                  </a:txBody>
                  <a:tcPr marL="76200" marR="76200" marT="50800" marB="50800" anchor="ctr"/>
                </a:tc>
                <a:tc>
                  <a:txBody>
                    <a:bodyPr/>
                    <a:lstStyle/>
                    <a:p>
                      <a:pPr marL="0" marR="0">
                        <a:spcAft>
                          <a:spcPts val="2400"/>
                        </a:spcAft>
                        <a:buNone/>
                      </a:pPr>
                      <a:r>
                        <a:rPr lang="en-US">
                          <a:effectLst/>
                          <a:latin typeface="Google Sans Text"/>
                        </a:rPr>
                        <a:t>Rapid time-to-market and continuous scaling for merchants</a:t>
                      </a:r>
                    </a:p>
                  </a:txBody>
                  <a:tcPr marL="76200" marR="76200" marT="50800" marB="50800" anchor="ctr"/>
                </a:tc>
                <a:tc>
                  <a:txBody>
                    <a:bodyPr/>
                    <a:lstStyle/>
                    <a:p>
                      <a:pPr marL="0" marR="0">
                        <a:spcAft>
                          <a:spcPts val="2400"/>
                        </a:spcAft>
                        <a:buNone/>
                      </a:pPr>
                      <a:r>
                        <a:rPr lang="en-US">
                          <a:effectLst/>
                          <a:latin typeface="Google Sans Text"/>
                        </a:rPr>
                        <a:t>Uncompromising patient safety, zero fault tolerance &amp; regulatory compliance</a:t>
                      </a:r>
                    </a:p>
                  </a:txBody>
                  <a:tcPr marL="76200" marR="76200" marT="50800" marB="50800" anchor="ctr"/>
                </a:tc>
                <a:extLst>
                  <a:ext uri="{0D108BD9-81ED-4DB2-BD59-A6C34878D82A}">
                    <a16:rowId xmlns:a16="http://schemas.microsoft.com/office/drawing/2014/main" val="9340034"/>
                  </a:ext>
                </a:extLst>
              </a:tr>
              <a:tr h="370840">
                <a:tc>
                  <a:txBody>
                    <a:bodyPr/>
                    <a:lstStyle/>
                    <a:p>
                      <a:pPr marL="0" marR="0">
                        <a:spcAft>
                          <a:spcPts val="2400"/>
                        </a:spcAft>
                        <a:buNone/>
                      </a:pPr>
                      <a:r>
                        <a:rPr lang="en-US" b="1" dirty="0">
                          <a:effectLst/>
                          <a:latin typeface="Google Sans Text"/>
                        </a:rPr>
                        <a:t>Major Challenge</a:t>
                      </a:r>
                      <a:endParaRPr lang="en-US" dirty="0">
                        <a:effectLst/>
                        <a:latin typeface="Google Sans Text"/>
                      </a:endParaRPr>
                    </a:p>
                  </a:txBody>
                  <a:tcPr marL="76200" marR="76200" marT="50800" marB="50800" anchor="ctr"/>
                </a:tc>
                <a:tc>
                  <a:txBody>
                    <a:bodyPr/>
                    <a:lstStyle/>
                    <a:p>
                      <a:pPr marL="0" marR="0">
                        <a:spcAft>
                          <a:spcPts val="2400"/>
                        </a:spcAft>
                        <a:buNone/>
                      </a:pPr>
                      <a:r>
                        <a:rPr lang="en-US" dirty="0">
                          <a:effectLst/>
                          <a:latin typeface="Google Sans Text"/>
                        </a:rPr>
                        <a:t>Handling massive real-time traffic spikes (e.g., Black Friday sales)</a:t>
                      </a:r>
                    </a:p>
                  </a:txBody>
                  <a:tcPr marL="76200" marR="76200" marT="50800" marB="50800" anchor="ctr"/>
                </a:tc>
                <a:tc>
                  <a:txBody>
                    <a:bodyPr/>
                    <a:lstStyle/>
                    <a:p>
                      <a:pPr marL="0" marR="0">
                        <a:spcAft>
                          <a:spcPts val="2400"/>
                        </a:spcAft>
                        <a:buNone/>
                      </a:pPr>
                      <a:r>
                        <a:rPr lang="en-US" dirty="0">
                          <a:effectLst/>
                          <a:latin typeface="Google Sans Text"/>
                        </a:rPr>
                        <a:t>High cost, extreme complexity, and risk of modifying baseline core code</a:t>
                      </a:r>
                    </a:p>
                  </a:txBody>
                  <a:tcPr marL="76200" marR="76200" marT="50800" marB="50800" anchor="ctr"/>
                </a:tc>
                <a:extLst>
                  <a:ext uri="{0D108BD9-81ED-4DB2-BD59-A6C34878D82A}">
                    <a16:rowId xmlns:a16="http://schemas.microsoft.com/office/drawing/2014/main" val="3105005549"/>
                  </a:ext>
                </a:extLst>
              </a:tr>
            </a:tbl>
          </a:graphicData>
        </a:graphic>
      </p:graphicFrame>
    </p:spTree>
    <p:extLst>
      <p:ext uri="{BB962C8B-B14F-4D97-AF65-F5344CB8AC3E}">
        <p14:creationId xmlns:p14="http://schemas.microsoft.com/office/powerpoint/2010/main" val="9920542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992315-A727-B2C0-F334-70CE08FE0D2C}"/>
              </a:ext>
            </a:extLst>
          </p:cNvPr>
          <p:cNvSpPr>
            <a:spLocks noGrp="1"/>
          </p:cNvSpPr>
          <p:nvPr>
            <p:ph type="title"/>
          </p:nvPr>
        </p:nvSpPr>
        <p:spPr>
          <a:xfrm>
            <a:off x="686834" y="1153572"/>
            <a:ext cx="3200400" cy="4461163"/>
          </a:xfrm>
        </p:spPr>
        <p:txBody>
          <a:bodyPr>
            <a:normAutofit/>
          </a:bodyPr>
          <a:lstStyle/>
          <a:p>
            <a:r>
              <a:rPr lang="en-US" sz="3700" b="1">
                <a:solidFill>
                  <a:srgbClr val="FFFFFF"/>
                </a:solidFill>
              </a:rPr>
              <a:t>Part 10 : Advantages, Disadvantages &amp; Appropriate Use</a:t>
            </a:r>
            <a:endParaRPr lang="en-US" sz="3700">
              <a:solidFill>
                <a:srgbClr val="FFFFFF"/>
              </a:solidFill>
            </a:endParaRPr>
          </a:p>
        </p:txBody>
      </p:sp>
      <p:sp>
        <p:nvSpPr>
          <p:cNvPr id="7" name="Arc 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5E08D05-A917-A733-D6BF-8EFF29CF86DA}"/>
              </a:ext>
            </a:extLst>
          </p:cNvPr>
          <p:cNvSpPr>
            <a:spLocks noGrp="1"/>
          </p:cNvSpPr>
          <p:nvPr>
            <p:ph idx="1"/>
          </p:nvPr>
        </p:nvSpPr>
        <p:spPr>
          <a:xfrm>
            <a:off x="4447308" y="591344"/>
            <a:ext cx="6906491" cy="5585619"/>
          </a:xfrm>
        </p:spPr>
        <p:txBody>
          <a:bodyPr anchor="ctr">
            <a:normAutofit/>
          </a:bodyPr>
          <a:lstStyle/>
          <a:p>
            <a:r>
              <a:rPr lang="en-US" b="1"/>
              <a:t>Waterfall Model:</a:t>
            </a:r>
            <a:endParaRPr lang="en-US"/>
          </a:p>
          <a:p>
            <a:pPr lvl="1"/>
            <a:r>
              <a:rPr lang="en-US" b="1"/>
              <a:t>Advantages:</a:t>
            </a:r>
            <a:r>
              <a:rPr lang="en-US"/>
              <a:t> Clear project milestones, detailed design documentation, predictable planning.</a:t>
            </a:r>
          </a:p>
          <a:p>
            <a:pPr lvl="1"/>
            <a:r>
              <a:rPr lang="en-US" b="1"/>
              <a:t>Disadvantages:</a:t>
            </a:r>
            <a:r>
              <a:rPr lang="en-US"/>
              <a:t> Inflexible to mid-project changes; working software delivered late in the process.</a:t>
            </a:r>
          </a:p>
          <a:p>
            <a:pPr lvl="1"/>
            <a:r>
              <a:rPr lang="en-US" b="1"/>
              <a:t>Best Used For:</a:t>
            </a:r>
            <a:r>
              <a:rPr lang="en-US"/>
              <a:t> Safety-critical, heavily regulated software (Healthcare EHRs, aerospace flight controls).</a:t>
            </a:r>
          </a:p>
          <a:p>
            <a:endParaRPr lang="en-US"/>
          </a:p>
        </p:txBody>
      </p:sp>
    </p:spTree>
    <p:extLst>
      <p:ext uri="{BB962C8B-B14F-4D97-AF65-F5344CB8AC3E}">
        <p14:creationId xmlns:p14="http://schemas.microsoft.com/office/powerpoint/2010/main" val="15712383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73FC47-9927-140B-52B2-F599B365F40C}"/>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c 2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5E5F6EC-4ECD-DF65-D4FC-A34C8041A3DB}"/>
              </a:ext>
            </a:extLst>
          </p:cNvPr>
          <p:cNvSpPr>
            <a:spLocks noGrp="1"/>
          </p:cNvSpPr>
          <p:nvPr>
            <p:ph idx="1"/>
          </p:nvPr>
        </p:nvSpPr>
        <p:spPr>
          <a:xfrm>
            <a:off x="4447308" y="591344"/>
            <a:ext cx="6906491" cy="5585619"/>
          </a:xfrm>
        </p:spPr>
        <p:txBody>
          <a:bodyPr anchor="ctr">
            <a:normAutofit/>
          </a:bodyPr>
          <a:lstStyle/>
          <a:p>
            <a:r>
              <a:rPr lang="en-US" b="1"/>
              <a:t>Incremental / Agile Models:</a:t>
            </a:r>
            <a:endParaRPr lang="en-US"/>
          </a:p>
          <a:p>
            <a:pPr lvl="1"/>
            <a:r>
              <a:rPr lang="en-US" b="1" dirty="0"/>
              <a:t>Advantages:</a:t>
            </a:r>
            <a:r>
              <a:rPr lang="en-US" dirty="0"/>
              <a:t> Fast time-to-market, flexible to changing requirements, early user value.</a:t>
            </a:r>
          </a:p>
          <a:p>
            <a:pPr lvl="1"/>
            <a:r>
              <a:rPr lang="en-US" b="1" dirty="0"/>
              <a:t>Disadvantages:</a:t>
            </a:r>
            <a:r>
              <a:rPr lang="en-US" dirty="0"/>
              <a:t> Less predictable long-term schedules; requires continuous team coordination.</a:t>
            </a:r>
          </a:p>
          <a:p>
            <a:pPr lvl="1"/>
            <a:r>
              <a:rPr lang="en-US" b="1" dirty="0"/>
              <a:t>Best Used For:</a:t>
            </a:r>
            <a:r>
              <a:rPr lang="en-US" dirty="0"/>
              <a:t> Dynamic commercial applications (E-commerce storefronts, consumer web/mobile apps).</a:t>
            </a:r>
          </a:p>
          <a:p>
            <a:pPr lvl="1"/>
            <a:endParaRPr lang="en-US" dirty="0"/>
          </a:p>
          <a:p>
            <a:r>
              <a:rPr lang="en-US" b="1"/>
              <a:t>Why Use Hybrid Models?</a:t>
            </a:r>
            <a:endParaRPr lang="en-US"/>
          </a:p>
          <a:p>
            <a:pPr lvl="1"/>
            <a:r>
              <a:rPr lang="en-US" dirty="0"/>
              <a:t>Allows companies to keep core engines plan-driven for safety/compliance while using agile iterations for user interfaces.</a:t>
            </a:r>
          </a:p>
          <a:p>
            <a:pPr lvl="1"/>
            <a:endParaRPr lang="en-US" dirty="0"/>
          </a:p>
          <a:p>
            <a:endParaRPr lang="en-US"/>
          </a:p>
        </p:txBody>
      </p:sp>
    </p:spTree>
    <p:extLst>
      <p:ext uri="{BB962C8B-B14F-4D97-AF65-F5344CB8AC3E}">
        <p14:creationId xmlns:p14="http://schemas.microsoft.com/office/powerpoint/2010/main" val="26459237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36204-7BD8-BB6C-6CD2-90FD85F11448}"/>
              </a:ext>
            </a:extLst>
          </p:cNvPr>
          <p:cNvSpPr>
            <a:spLocks noGrp="1"/>
          </p:cNvSpPr>
          <p:nvPr>
            <p:ph type="title"/>
          </p:nvPr>
        </p:nvSpPr>
        <p:spPr/>
        <p:txBody>
          <a:bodyPr/>
          <a:lstStyle/>
          <a:p>
            <a:r>
              <a:rPr lang="en-US" dirty="0"/>
              <a:t>Part 11 : Key Learnings &amp; Summary</a:t>
            </a:r>
          </a:p>
        </p:txBody>
      </p:sp>
      <p:sp>
        <p:nvSpPr>
          <p:cNvPr id="3" name="Content Placeholder 2">
            <a:extLst>
              <a:ext uri="{FF2B5EF4-FFF2-40B4-BE49-F238E27FC236}">
                <a16:creationId xmlns:a16="http://schemas.microsoft.com/office/drawing/2014/main" id="{EC0C0B91-6FF1-82EA-9F72-D55B984D8224}"/>
              </a:ext>
            </a:extLst>
          </p:cNvPr>
          <p:cNvSpPr>
            <a:spLocks noGrp="1"/>
          </p:cNvSpPr>
          <p:nvPr>
            <p:ph idx="1"/>
          </p:nvPr>
        </p:nvSpPr>
        <p:spPr/>
        <p:txBody>
          <a:bodyPr/>
          <a:lstStyle/>
          <a:p>
            <a:pPr lvl="0"/>
            <a:r>
              <a:rPr lang="en-US" b="1" dirty="0"/>
              <a:t>No "One-Size-Fits-All" Process:</a:t>
            </a:r>
            <a:r>
              <a:rPr lang="en-US" dirty="0"/>
              <a:t> Software engineering processes must be tailored to the system's specific domain, risk profile, and target audience.</a:t>
            </a:r>
          </a:p>
          <a:p>
            <a:pPr lvl="0"/>
            <a:r>
              <a:rPr lang="en-US" b="1" dirty="0"/>
              <a:t>Safety &amp; Regulation Drive Plan-Driven Processes:</a:t>
            </a:r>
            <a:r>
              <a:rPr lang="en-US" dirty="0"/>
              <a:t> Systems where errors risk patient safety or legal non-compliance rely on structured, documented phases.</a:t>
            </a:r>
          </a:p>
          <a:p>
            <a:pPr lvl="0"/>
            <a:r>
              <a:rPr lang="en-US" b="1" dirty="0"/>
              <a:t>Market Competition Drives Agile Processes:</a:t>
            </a:r>
            <a:r>
              <a:rPr lang="en-US" dirty="0"/>
              <a:t> Systems where customer expectations change quickly rely on iterative updates and continuous feedback.</a:t>
            </a:r>
          </a:p>
          <a:p>
            <a:endParaRPr lang="en-US" dirty="0"/>
          </a:p>
        </p:txBody>
      </p:sp>
    </p:spTree>
    <p:extLst>
      <p:ext uri="{BB962C8B-B14F-4D97-AF65-F5344CB8AC3E}">
        <p14:creationId xmlns:p14="http://schemas.microsoft.com/office/powerpoint/2010/main" val="33102285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775FA-4880-03F0-0B38-6896CD812501}"/>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FB95DE6B-4A10-DEC4-D33E-2DEB17F612AD}"/>
              </a:ext>
            </a:extLst>
          </p:cNvPr>
          <p:cNvSpPr>
            <a:spLocks noGrp="1"/>
          </p:cNvSpPr>
          <p:nvPr>
            <p:ph idx="1"/>
          </p:nvPr>
        </p:nvSpPr>
        <p:spPr/>
        <p:txBody>
          <a:bodyPr/>
          <a:lstStyle/>
          <a:p>
            <a:pPr lvl="0"/>
            <a:r>
              <a:rPr lang="en-US" dirty="0" err="1"/>
              <a:t>Govindaswamy</a:t>
            </a:r>
            <a:r>
              <a:rPr lang="en-US" dirty="0"/>
              <a:t>, V</a:t>
            </a:r>
            <a:r>
              <a:rPr lang="en-US"/>
              <a:t>. Software </a:t>
            </a:r>
            <a:r>
              <a:rPr lang="en-US" dirty="0"/>
              <a:t>Engineering Lecture 1: Basics of Software Engineering Parts 1–3. Course Presentation Slides. 2.</a:t>
            </a:r>
          </a:p>
          <a:p>
            <a:pPr lvl="0"/>
            <a:r>
              <a:rPr lang="en-US" dirty="0"/>
              <a:t> </a:t>
            </a:r>
            <a:r>
              <a:rPr lang="en-US" dirty="0" err="1"/>
              <a:t>Govindaswamy</a:t>
            </a:r>
            <a:r>
              <a:rPr lang="en-US" dirty="0"/>
              <a:t>, V. Software Engineering Lecture 2: Software Processes Parts 1–2. Course Presentation Slides.</a:t>
            </a:r>
          </a:p>
          <a:p>
            <a:pPr lvl="0"/>
            <a:r>
              <a:rPr lang="en-US" dirty="0"/>
              <a:t>Shopify Engineering. </a:t>
            </a:r>
            <a:r>
              <a:rPr lang="en-US" i="1" dirty="0"/>
              <a:t>How Shopify Delivers Software at Scale: Continuous Delivery &amp; Microservices</a:t>
            </a:r>
            <a:r>
              <a:rPr lang="en-US" dirty="0"/>
              <a:t>. Shopify Tech Blog. </a:t>
            </a:r>
            <a:r>
              <a:rPr lang="en-US" dirty="0">
                <a:hlinkClick r:id="rId2"/>
              </a:rPr>
              <a:t>https://engineering.shopify.com</a:t>
            </a:r>
            <a:endParaRPr lang="en-US" dirty="0"/>
          </a:p>
          <a:p>
            <a:pPr lvl="0"/>
            <a:r>
              <a:rPr lang="en-US" dirty="0"/>
              <a:t>Epic Systems Corporation. </a:t>
            </a:r>
            <a:r>
              <a:rPr lang="en-US" i="1" dirty="0"/>
              <a:t>Safety-Critical System Validation and Healthcare Compliance Standards</a:t>
            </a:r>
            <a:r>
              <a:rPr lang="en-US" dirty="0"/>
              <a:t>. Epic Technical Documentation. </a:t>
            </a:r>
            <a:r>
              <a:rPr lang="en-US" dirty="0">
                <a:hlinkClick r:id="rId3"/>
              </a:rPr>
              <a:t>https://www.epic.com</a:t>
            </a:r>
            <a:endParaRPr lang="en-US" dirty="0"/>
          </a:p>
          <a:p>
            <a:endParaRPr lang="en-US" dirty="0"/>
          </a:p>
        </p:txBody>
      </p:sp>
    </p:spTree>
    <p:extLst>
      <p:ext uri="{BB962C8B-B14F-4D97-AF65-F5344CB8AC3E}">
        <p14:creationId xmlns:p14="http://schemas.microsoft.com/office/powerpoint/2010/main" val="24066038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1375E-BC80-0A6E-2336-83586E90FB7A}"/>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39638495-767A-D84B-AFA5-04A288B23D4D}"/>
              </a:ext>
            </a:extLst>
          </p:cNvPr>
          <p:cNvSpPr>
            <a:spLocks noGrp="1"/>
          </p:cNvSpPr>
          <p:nvPr>
            <p:ph idx="1"/>
          </p:nvPr>
        </p:nvSpPr>
        <p:spPr/>
        <p:txBody>
          <a:bodyPr>
            <a:normAutofit lnSpcReduction="10000"/>
          </a:bodyPr>
          <a:lstStyle/>
          <a:p>
            <a:pPr lvl="0"/>
            <a:r>
              <a:rPr lang="en-US" dirty="0"/>
              <a:t>Shopify Engineering. </a:t>
            </a:r>
            <a:r>
              <a:rPr lang="en-US" i="1" dirty="0"/>
              <a:t>Continuous Modernization &amp; Infrastructure Scale for Enterprise Commerce</a:t>
            </a:r>
            <a:r>
              <a:rPr lang="en-US" dirty="0"/>
              <a:t>. Shopify Tech Blog, 2026. Available at: [https://www.shopify.com/enterprise/blog/continuous-modernization](https://www.shopify.com/enterprise/blog/continuous-modernization)</a:t>
            </a:r>
          </a:p>
          <a:p>
            <a:pPr lvl="0"/>
            <a:r>
              <a:rPr lang="en-US" dirty="0"/>
              <a:t>Shopify Engineering. </a:t>
            </a:r>
            <a:r>
              <a:rPr lang="en-US" i="1" dirty="0"/>
              <a:t>IT Transformation &amp; Continuous Feature Delivery Benchmarks</a:t>
            </a:r>
            <a:r>
              <a:rPr lang="en-US" dirty="0"/>
              <a:t>. Shopify Tech Blog, 2026. Available at: [https://www.shopify.com/enterprise/blog/it-transformation](https://www.shopify.com/enterprise/blog/it-transformation)</a:t>
            </a:r>
          </a:p>
          <a:p>
            <a:endParaRPr lang="en-US" dirty="0"/>
          </a:p>
        </p:txBody>
      </p:sp>
    </p:spTree>
    <p:extLst>
      <p:ext uri="{BB962C8B-B14F-4D97-AF65-F5344CB8AC3E}">
        <p14:creationId xmlns:p14="http://schemas.microsoft.com/office/powerpoint/2010/main" val="32653290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8CEFB-DE22-BA0B-F0B9-1841C8C14940}"/>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99703469-6862-5DCA-DB14-7B06505E75AE}"/>
              </a:ext>
            </a:extLst>
          </p:cNvPr>
          <p:cNvSpPr>
            <a:spLocks noGrp="1"/>
          </p:cNvSpPr>
          <p:nvPr>
            <p:ph idx="1"/>
          </p:nvPr>
        </p:nvSpPr>
        <p:spPr/>
        <p:txBody>
          <a:bodyPr>
            <a:normAutofit fontScale="92500"/>
          </a:bodyPr>
          <a:lstStyle/>
          <a:p>
            <a:pPr lvl="0"/>
            <a:r>
              <a:rPr lang="en-US" dirty="0"/>
              <a:t>Epic Systems Corporation. </a:t>
            </a:r>
            <a:r>
              <a:rPr lang="en-US" i="1" dirty="0"/>
              <a:t>Epic EHR Security Features &amp; Healthcare Regulatory Compliance Standards</a:t>
            </a:r>
            <a:r>
              <a:rPr lang="en-US" dirty="0"/>
              <a:t>. Digital Health Engineering, 2026. Available at: [https://digitalhealth.folio3.com/blog/epic-ehr-security-features/](https://digitalhealth.folio3.com/blog/epic-ehr-security-features/)</a:t>
            </a:r>
          </a:p>
          <a:p>
            <a:pPr lvl="0"/>
            <a:r>
              <a:rPr lang="en-US" dirty="0"/>
              <a:t>Accountable HQ. </a:t>
            </a:r>
            <a:r>
              <a:rPr lang="en-US" i="1" dirty="0"/>
              <a:t>Epic HIPAA Compliance: Administrative, Technical Controls, and Change Oversight</a:t>
            </a:r>
            <a:r>
              <a:rPr lang="en-US" dirty="0"/>
              <a:t>. Security &amp; Compliance Guide, 2026. Available at: [https://www.accountablehq.com/post/epic-hipaa-compliance-requirements-security-features-and-best-practices](https://www.accountablehq.com/post/epic-hipaa-compliance-requirements-security-features-and-best-practices)</a:t>
            </a:r>
          </a:p>
          <a:p>
            <a:endParaRPr lang="en-US" dirty="0"/>
          </a:p>
        </p:txBody>
      </p:sp>
    </p:spTree>
    <p:extLst>
      <p:ext uri="{BB962C8B-B14F-4D97-AF65-F5344CB8AC3E}">
        <p14:creationId xmlns:p14="http://schemas.microsoft.com/office/powerpoint/2010/main" val="3738007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230</TotalTime>
  <Words>3077</Words>
  <Application>Microsoft Office PowerPoint</Application>
  <PresentationFormat>Widescreen</PresentationFormat>
  <Paragraphs>204</Paragraphs>
  <Slides>36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Aptos</vt:lpstr>
      <vt:lpstr>Aptos Display</vt:lpstr>
      <vt:lpstr>Arial</vt:lpstr>
      <vt:lpstr>Calibri</vt:lpstr>
      <vt:lpstr>Cambria Math</vt:lpstr>
      <vt:lpstr>Google Sans Text</vt:lpstr>
      <vt:lpstr>Office Theme</vt:lpstr>
      <vt:lpstr>Software Process in Software Engineering</vt:lpstr>
      <vt:lpstr>Part 1: What is Software Process?</vt:lpstr>
      <vt:lpstr>PowerPoint Presentation</vt:lpstr>
      <vt:lpstr>PowerPoint Presentation</vt:lpstr>
      <vt:lpstr>PowerPoint Presentation</vt:lpstr>
      <vt:lpstr>Part 2 : Software Process Models</vt:lpstr>
      <vt:lpstr>PowerPoint Presentation</vt:lpstr>
      <vt:lpstr>PowerPoint Presentation</vt:lpstr>
      <vt:lpstr>PowerPoint Presentation</vt:lpstr>
      <vt:lpstr>PowerPoint Presentation</vt:lpstr>
      <vt:lpstr>Part 3: The Waterfall Model</vt:lpstr>
      <vt:lpstr>Waterfall Diagram</vt:lpstr>
      <vt:lpstr>2. Why Waterfall is "Plan-Driven"</vt:lpstr>
      <vt:lpstr>3. Importance of Documentation and Phase Completion </vt:lpstr>
      <vt:lpstr>4. Impact of Requirements Change Mid-Development</vt:lpstr>
      <vt:lpstr>Part 4: Incremental Development</vt:lpstr>
      <vt:lpstr>PowerPoint Presentation</vt:lpstr>
      <vt:lpstr>Incremental Development Model</vt:lpstr>
      <vt:lpstr>Part 5 : Integration and Configuration</vt:lpstr>
      <vt:lpstr>2. Process Stages in Component Reuse</vt:lpstr>
      <vt:lpstr>3. Advantages and Limitations</vt:lpstr>
      <vt:lpstr>Part 6 : Software Process Activities</vt:lpstr>
      <vt:lpstr>PowerPoint Presentation</vt:lpstr>
      <vt:lpstr>Part 7 : Coping with Change</vt:lpstr>
      <vt:lpstr>PowerPoint Presentation</vt:lpstr>
      <vt:lpstr>PowerPoint Presentation</vt:lpstr>
      <vt:lpstr>Part 8 : Application 1: E-Commerce Platform (Shopify)</vt:lpstr>
      <vt:lpstr>Application 2: Healthcare Software (Epic Systems)</vt:lpstr>
      <vt:lpstr>Part 9 : Comparison: E-Commerce vs. Healthcare </vt:lpstr>
      <vt:lpstr>Part 9 : Comparison: E-Commerce vs. Healthcare </vt:lpstr>
      <vt:lpstr>Part 10 : Advantages, Disadvantages &amp; Appropriate Use</vt:lpstr>
      <vt:lpstr>PowerPoint Presentation</vt:lpstr>
      <vt:lpstr>Part 11 : Key Learnings &amp; Summary</vt:lpstr>
      <vt:lpstr>References:</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Alva, Yino</dc:creator>
  <cp:lastModifiedBy>Alva, Yino</cp:lastModifiedBy>
  <cp:revision>1</cp:revision>
  <dcterms:created xsi:type="dcterms:W3CDTF">2026-10-17T20:41:51Z</dcterms:created>
  <dcterms:modified xsi:type="dcterms:W3CDTF">2026-10-20T03:18:13Z</dcterms:modified>
</cp:coreProperties>
</file>